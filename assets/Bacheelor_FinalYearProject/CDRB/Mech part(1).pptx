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toy&#10;&#10;Description automatically generated" id="97" name="Google Shape;97;p15"/>
          <p:cNvPicPr preferRelativeResize="0"/>
          <p:nvPr/>
        </p:nvPicPr>
        <p:blipFill rotWithShape="1">
          <a:blip r:embed="rId3">
            <a:alphaModFix amt="50000"/>
          </a:blip>
          <a:srcRect b="0" l="0" r="0" t="3846"/>
          <a:stretch/>
        </p:blipFill>
        <p:spPr>
          <a:xfrm>
            <a:off x="20" y="1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type="ctrTitle"/>
          </p:nvPr>
        </p:nvSpPr>
        <p:spPr>
          <a:xfrm>
            <a:off x="1428158" y="2919132"/>
            <a:ext cx="9144000" cy="10197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Mechanical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Mechanical Design</a:t>
            </a:r>
            <a:endParaRPr/>
          </a:p>
        </p:txBody>
      </p:sp>
      <p:pic>
        <p:nvPicPr>
          <p:cNvPr descr="A close up of a white wall&#10;&#10;Description automatically generated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26127" t="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6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cap="flat" cmpd="sng" w="19050">
            <a:solidFill>
              <a:srgbClr val="8E6F2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16"/>
          <p:cNvSpPr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Design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CG Balanced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Compact and Durable Structure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Nylon Nuts for Damping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Aerodynamic Symmetric Structure </a:t>
            </a:r>
            <a:endParaRPr/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