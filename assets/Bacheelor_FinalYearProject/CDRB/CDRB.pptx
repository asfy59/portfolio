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32"/>
  </p:notesMasterIdLst>
  <p:sldIdLst>
    <p:sldId id="256" r:id="rId4"/>
    <p:sldId id="284" r:id="rId5"/>
    <p:sldId id="301" r:id="rId6"/>
    <p:sldId id="261" r:id="rId7"/>
    <p:sldId id="285" r:id="rId8"/>
    <p:sldId id="286" r:id="rId9"/>
    <p:sldId id="287" r:id="rId10"/>
    <p:sldId id="262" r:id="rId11"/>
    <p:sldId id="289" r:id="rId12"/>
    <p:sldId id="259" r:id="rId13"/>
    <p:sldId id="291" r:id="rId14"/>
    <p:sldId id="267" r:id="rId15"/>
    <p:sldId id="292" r:id="rId16"/>
    <p:sldId id="265" r:id="rId17"/>
    <p:sldId id="270" r:id="rId18"/>
    <p:sldId id="271" r:id="rId19"/>
    <p:sldId id="293" r:id="rId20"/>
    <p:sldId id="290" r:id="rId21"/>
    <p:sldId id="294" r:id="rId22"/>
    <p:sldId id="295" r:id="rId23"/>
    <p:sldId id="296" r:id="rId24"/>
    <p:sldId id="297" r:id="rId25"/>
    <p:sldId id="268" r:id="rId26"/>
    <p:sldId id="263" r:id="rId27"/>
    <p:sldId id="300" r:id="rId28"/>
    <p:sldId id="260" r:id="rId29"/>
    <p:sldId id="299" r:id="rId30"/>
    <p:sldId id="273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8728D"/>
    <a:srgbClr val="EAEDF3"/>
    <a:srgbClr val="AFB0B3"/>
    <a:srgbClr val="5B7BD7"/>
    <a:srgbClr val="79B9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E32442-7E3D-4FB9-9649-59593D874A81}" type="doc">
      <dgm:prSet loTypeId="urn:microsoft.com/office/officeart/2005/8/layout/rings+Icon" loCatId="officeonline" qsTypeId="urn:microsoft.com/office/officeart/2005/8/quickstyle/3d1" qsCatId="3D" csTypeId="urn:microsoft.com/office/officeart/2005/8/colors/colorful1#2" csCatId="colorful" phldr="1"/>
      <dgm:spPr/>
    </dgm:pt>
    <dgm:pt modelId="{6EAF37D7-EF4A-4601-BA49-B9B84EC59E40}">
      <dgm:prSet phldrT="[Text]" custT="1"/>
      <dgm:spPr>
        <a:xfrm>
          <a:off x="915147" y="43403"/>
          <a:ext cx="2113137" cy="2113107"/>
        </a:xfrm>
        <a:prstGeom prst="ellipse">
          <a:avLst/>
        </a:prstGeom>
      </dgm:spPr>
      <dgm:t>
        <a:bodyPr/>
        <a:lstStyle/>
        <a:p>
          <a:pPr algn="ctr">
            <a:buNone/>
          </a:pPr>
          <a:r>
            <a:rPr lang="en-US" sz="2400">
              <a:latin typeface="Montserrat Light" panose="00000400000000000000" charset="0"/>
              <a:ea typeface="+mn-ea"/>
              <a:cs typeface="+mn-cs"/>
            </a:rPr>
            <a:t>Mobility</a:t>
          </a:r>
          <a:endParaRPr lang="en-US" sz="2400" dirty="0">
            <a:latin typeface="Montserrat Light" panose="00000400000000000000" charset="0"/>
            <a:ea typeface="+mn-ea"/>
            <a:cs typeface="+mn-cs"/>
          </a:endParaRPr>
        </a:p>
      </dgm:t>
    </dgm:pt>
    <dgm:pt modelId="{646A2144-BDF9-461A-9A61-5674880500BD}" type="parTrans" cxnId="{50BDE5ED-8811-47AF-BC01-9D4007E283D4}">
      <dgm:prSet/>
      <dgm:spPr/>
      <dgm:t>
        <a:bodyPr/>
        <a:lstStyle/>
        <a:p>
          <a:endParaRPr lang="en-US"/>
        </a:p>
      </dgm:t>
    </dgm:pt>
    <dgm:pt modelId="{C420364A-D4AF-42E0-8050-EEEF7DDB06A0}" type="sibTrans" cxnId="{50BDE5ED-8811-47AF-BC01-9D4007E283D4}">
      <dgm:prSet/>
      <dgm:spPr/>
      <dgm:t>
        <a:bodyPr/>
        <a:lstStyle/>
        <a:p>
          <a:endParaRPr lang="en-US"/>
        </a:p>
      </dgm:t>
    </dgm:pt>
    <dgm:pt modelId="{8E8C3F7D-DD72-4ABB-91B6-E40C4271F0A9}">
      <dgm:prSet phldrT="[Text]" custT="1"/>
      <dgm:spPr>
        <a:xfrm>
          <a:off x="1731133" y="1409325"/>
          <a:ext cx="2113137" cy="2113107"/>
        </a:xfrm>
        <a:prstGeom prst="ellipse">
          <a:avLst/>
        </a:prstGeom>
      </dgm:spPr>
      <dgm:t>
        <a:bodyPr/>
        <a:lstStyle/>
        <a:p>
          <a:pPr>
            <a:buNone/>
          </a:pPr>
          <a:r>
            <a:rPr lang="en-US" sz="2400">
              <a:latin typeface="Montserrat Light" panose="00000400000000000000" charset="0"/>
              <a:ea typeface="+mn-ea"/>
              <a:cs typeface="+mn-cs"/>
            </a:rPr>
            <a:t>Versatility</a:t>
          </a:r>
          <a:endParaRPr lang="en-US" sz="2400" dirty="0">
            <a:latin typeface="Montserrat Light" panose="00000400000000000000" charset="0"/>
            <a:ea typeface="+mn-ea"/>
            <a:cs typeface="+mn-cs"/>
          </a:endParaRPr>
        </a:p>
      </dgm:t>
    </dgm:pt>
    <dgm:pt modelId="{0F787144-9536-4C83-A3E8-815FE76D5D7C}" type="parTrans" cxnId="{48FE335C-CE71-4D1B-A982-C55A4E62ECA5}">
      <dgm:prSet/>
      <dgm:spPr/>
      <dgm:t>
        <a:bodyPr/>
        <a:lstStyle/>
        <a:p>
          <a:endParaRPr lang="en-US"/>
        </a:p>
      </dgm:t>
    </dgm:pt>
    <dgm:pt modelId="{BAC24DF6-D2B9-4BB8-A8A0-1E10C65D1859}" type="sibTrans" cxnId="{48FE335C-CE71-4D1B-A982-C55A4E62ECA5}">
      <dgm:prSet/>
      <dgm:spPr/>
      <dgm:t>
        <a:bodyPr/>
        <a:lstStyle/>
        <a:p>
          <a:endParaRPr lang="en-US"/>
        </a:p>
      </dgm:t>
    </dgm:pt>
    <dgm:pt modelId="{E9FC0797-2C1F-4D3D-AF38-CBA25B6B2F2B}">
      <dgm:prSet phldrT="[Text]" custT="1"/>
      <dgm:spPr>
        <a:xfrm>
          <a:off x="2563414" y="39029"/>
          <a:ext cx="2113137" cy="2113107"/>
        </a:xfrm>
        <a:prstGeom prst="ellipse">
          <a:avLst/>
        </a:prstGeom>
      </dgm:spPr>
      <dgm:t>
        <a:bodyPr/>
        <a:lstStyle/>
        <a:p>
          <a:pPr algn="ctr">
            <a:buNone/>
          </a:pPr>
          <a:r>
            <a:rPr lang="en-US" sz="2400">
              <a:latin typeface="Montserrat Light" panose="00000400000000000000" charset="0"/>
              <a:ea typeface="+mn-ea"/>
              <a:cs typeface="+mn-cs"/>
            </a:rPr>
            <a:t>Stability</a:t>
          </a:r>
          <a:endParaRPr lang="en-US" sz="2400" dirty="0">
            <a:latin typeface="Montserrat Light" panose="00000400000000000000" charset="0"/>
            <a:ea typeface="+mn-ea"/>
            <a:cs typeface="+mn-cs"/>
          </a:endParaRPr>
        </a:p>
      </dgm:t>
    </dgm:pt>
    <dgm:pt modelId="{DE2160DE-EFC2-41CB-82FB-9552CD6CF2A3}" type="parTrans" cxnId="{B50701D9-AE5B-4604-B31F-065D0B631465}">
      <dgm:prSet/>
      <dgm:spPr/>
      <dgm:t>
        <a:bodyPr/>
        <a:lstStyle/>
        <a:p>
          <a:endParaRPr lang="en-US"/>
        </a:p>
      </dgm:t>
    </dgm:pt>
    <dgm:pt modelId="{2A55DBF6-51F7-4EC9-8541-5567086DDA45}" type="sibTrans" cxnId="{B50701D9-AE5B-4604-B31F-065D0B631465}">
      <dgm:prSet/>
      <dgm:spPr/>
      <dgm:t>
        <a:bodyPr/>
        <a:lstStyle/>
        <a:p>
          <a:endParaRPr lang="en-US"/>
        </a:p>
      </dgm:t>
    </dgm:pt>
    <dgm:pt modelId="{3A7EDFD5-0794-4F7A-BCFE-E5A29D88A5DD}" type="pres">
      <dgm:prSet presAssocID="{EFE32442-7E3D-4FB9-9649-59593D874A81}" presName="Name0" presStyleCnt="0">
        <dgm:presLayoutVars>
          <dgm:chMax val="7"/>
          <dgm:dir/>
          <dgm:resizeHandles val="exact"/>
        </dgm:presLayoutVars>
      </dgm:prSet>
      <dgm:spPr/>
    </dgm:pt>
    <dgm:pt modelId="{A09BCFF2-A900-4CFF-8038-835FA91115A7}" type="pres">
      <dgm:prSet presAssocID="{EFE32442-7E3D-4FB9-9649-59593D874A81}" presName="ellipse1" presStyleLbl="vennNode1" presStyleIdx="0" presStyleCnt="3" custLinFactNeighborX="12856" custLinFactNeighborY="2054">
        <dgm:presLayoutVars>
          <dgm:bulletEnabled val="1"/>
        </dgm:presLayoutVars>
      </dgm:prSet>
      <dgm:spPr/>
    </dgm:pt>
    <dgm:pt modelId="{C4E620E2-5171-4AAA-8F06-FC3FC2BA8EB9}" type="pres">
      <dgm:prSet presAssocID="{EFE32442-7E3D-4FB9-9649-59593D874A81}" presName="ellipse2" presStyleLbl="vennNode1" presStyleIdx="1" presStyleCnt="3" custLinFactNeighborY="378">
        <dgm:presLayoutVars>
          <dgm:bulletEnabled val="1"/>
        </dgm:presLayoutVars>
      </dgm:prSet>
      <dgm:spPr/>
    </dgm:pt>
    <dgm:pt modelId="{DC173324-17BE-4554-90B6-0F6C6A49A204}" type="pres">
      <dgm:prSet presAssocID="{EFE32442-7E3D-4FB9-9649-59593D874A81}" presName="ellipse3" presStyleLbl="vennNode1" presStyleIdx="2" presStyleCnt="3" custLinFactNeighborX="-12024" custLinFactNeighborY="1847">
        <dgm:presLayoutVars>
          <dgm:bulletEnabled val="1"/>
        </dgm:presLayoutVars>
      </dgm:prSet>
      <dgm:spPr/>
    </dgm:pt>
  </dgm:ptLst>
  <dgm:cxnLst>
    <dgm:cxn modelId="{1C450F2C-E228-40F2-AEB1-470408674547}" type="presOf" srcId="{6EAF37D7-EF4A-4601-BA49-B9B84EC59E40}" destId="{A09BCFF2-A900-4CFF-8038-835FA91115A7}" srcOrd="0" destOrd="0" presId="urn:microsoft.com/office/officeart/2005/8/layout/rings+Icon"/>
    <dgm:cxn modelId="{48FE335C-CE71-4D1B-A982-C55A4E62ECA5}" srcId="{EFE32442-7E3D-4FB9-9649-59593D874A81}" destId="{8E8C3F7D-DD72-4ABB-91B6-E40C4271F0A9}" srcOrd="1" destOrd="0" parTransId="{0F787144-9536-4C83-A3E8-815FE76D5D7C}" sibTransId="{BAC24DF6-D2B9-4BB8-A8A0-1E10C65D1859}"/>
    <dgm:cxn modelId="{5AFF9B9A-E9FE-451D-9550-04F39B37CD85}" type="presOf" srcId="{EFE32442-7E3D-4FB9-9649-59593D874A81}" destId="{3A7EDFD5-0794-4F7A-BCFE-E5A29D88A5DD}" srcOrd="0" destOrd="0" presId="urn:microsoft.com/office/officeart/2005/8/layout/rings+Icon"/>
    <dgm:cxn modelId="{571271BA-DA37-4CA5-A6B1-E7E0D8BF6084}" type="presOf" srcId="{E9FC0797-2C1F-4D3D-AF38-CBA25B6B2F2B}" destId="{DC173324-17BE-4554-90B6-0F6C6A49A204}" srcOrd="0" destOrd="0" presId="urn:microsoft.com/office/officeart/2005/8/layout/rings+Icon"/>
    <dgm:cxn modelId="{B50701D9-AE5B-4604-B31F-065D0B631465}" srcId="{EFE32442-7E3D-4FB9-9649-59593D874A81}" destId="{E9FC0797-2C1F-4D3D-AF38-CBA25B6B2F2B}" srcOrd="2" destOrd="0" parTransId="{DE2160DE-EFC2-41CB-82FB-9552CD6CF2A3}" sibTransId="{2A55DBF6-51F7-4EC9-8541-5567086DDA45}"/>
    <dgm:cxn modelId="{B667DBD9-1195-4283-BD83-C7C2A0808220}" type="presOf" srcId="{8E8C3F7D-DD72-4ABB-91B6-E40C4271F0A9}" destId="{C4E620E2-5171-4AAA-8F06-FC3FC2BA8EB9}" srcOrd="0" destOrd="0" presId="urn:microsoft.com/office/officeart/2005/8/layout/rings+Icon"/>
    <dgm:cxn modelId="{50BDE5ED-8811-47AF-BC01-9D4007E283D4}" srcId="{EFE32442-7E3D-4FB9-9649-59593D874A81}" destId="{6EAF37D7-EF4A-4601-BA49-B9B84EC59E40}" srcOrd="0" destOrd="0" parTransId="{646A2144-BDF9-461A-9A61-5674880500BD}" sibTransId="{C420364A-D4AF-42E0-8050-EEEF7DDB06A0}"/>
    <dgm:cxn modelId="{1BA597AD-4A59-4A40-A14A-7259E6FCAEB5}" type="presParOf" srcId="{3A7EDFD5-0794-4F7A-BCFE-E5A29D88A5DD}" destId="{A09BCFF2-A900-4CFF-8038-835FA91115A7}" srcOrd="0" destOrd="0" presId="urn:microsoft.com/office/officeart/2005/8/layout/rings+Icon"/>
    <dgm:cxn modelId="{09D6F975-CE26-4848-B2C7-CD9E9C9760F2}" type="presParOf" srcId="{3A7EDFD5-0794-4F7A-BCFE-E5A29D88A5DD}" destId="{C4E620E2-5171-4AAA-8F06-FC3FC2BA8EB9}" srcOrd="1" destOrd="0" presId="urn:microsoft.com/office/officeart/2005/8/layout/rings+Icon"/>
    <dgm:cxn modelId="{BB6EF363-4A5C-44CE-B963-E851C20512AB}" type="presParOf" srcId="{3A7EDFD5-0794-4F7A-BCFE-E5A29D88A5DD}" destId="{DC173324-17BE-4554-90B6-0F6C6A49A204}" srcOrd="2" destOrd="0" presId="urn:microsoft.com/office/officeart/2005/8/layout/rings+Icon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9BCFF2-A900-4CFF-8038-835FA91115A7}">
      <dsp:nvSpPr>
        <dsp:cNvPr id="0" name=""/>
        <dsp:cNvSpPr/>
      </dsp:nvSpPr>
      <dsp:spPr>
        <a:xfrm>
          <a:off x="951025" y="48733"/>
          <a:ext cx="2372630" cy="2372596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Montserrat Light" panose="00000400000000000000" charset="0"/>
              <a:ea typeface="+mn-ea"/>
              <a:cs typeface="+mn-cs"/>
            </a:rPr>
            <a:t>Mobility</a:t>
          </a:r>
          <a:endParaRPr lang="en-US" sz="2400" kern="1200" dirty="0">
            <a:latin typeface="Montserrat Light" panose="00000400000000000000" charset="0"/>
            <a:ea typeface="+mn-ea"/>
            <a:cs typeface="+mn-cs"/>
          </a:endParaRPr>
        </a:p>
      </dsp:txBody>
      <dsp:txXfrm>
        <a:off x="1298489" y="396192"/>
        <a:ext cx="1677702" cy="1677678"/>
      </dsp:txXfrm>
    </dsp:sp>
    <dsp:sp modelId="{C4E620E2-5171-4AAA-8F06-FC3FC2BA8EB9}">
      <dsp:nvSpPr>
        <dsp:cNvPr id="0" name=""/>
        <dsp:cNvSpPr/>
      </dsp:nvSpPr>
      <dsp:spPr>
        <a:xfrm>
          <a:off x="1867213" y="1582390"/>
          <a:ext cx="2372630" cy="2372596"/>
        </a:xfrm>
        <a:prstGeom prst="ellipse">
          <a:avLst/>
        </a:prstGeom>
        <a:solidFill>
          <a:schemeClr val="accent3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Montserrat Light" panose="00000400000000000000" charset="0"/>
              <a:ea typeface="+mn-ea"/>
              <a:cs typeface="+mn-cs"/>
            </a:rPr>
            <a:t>Versatility</a:t>
          </a:r>
          <a:endParaRPr lang="en-US" sz="2400" kern="1200" dirty="0">
            <a:latin typeface="Montserrat Light" panose="00000400000000000000" charset="0"/>
            <a:ea typeface="+mn-ea"/>
            <a:cs typeface="+mn-cs"/>
          </a:endParaRPr>
        </a:p>
      </dsp:txBody>
      <dsp:txXfrm>
        <a:off x="2214677" y="1929849"/>
        <a:ext cx="1677702" cy="1677678"/>
      </dsp:txXfrm>
    </dsp:sp>
    <dsp:sp modelId="{DC173324-17BE-4554-90B6-0F6C6A49A204}">
      <dsp:nvSpPr>
        <dsp:cNvPr id="0" name=""/>
        <dsp:cNvSpPr/>
      </dsp:nvSpPr>
      <dsp:spPr>
        <a:xfrm>
          <a:off x="2801698" y="43821"/>
          <a:ext cx="2372630" cy="2372596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Montserrat Light" panose="00000400000000000000" charset="0"/>
              <a:ea typeface="+mn-ea"/>
              <a:cs typeface="+mn-cs"/>
            </a:rPr>
            <a:t>Stability</a:t>
          </a:r>
          <a:endParaRPr lang="en-US" sz="2400" kern="1200" dirty="0">
            <a:latin typeface="Montserrat Light" panose="00000400000000000000" charset="0"/>
            <a:ea typeface="+mn-ea"/>
            <a:cs typeface="+mn-cs"/>
          </a:endParaRPr>
        </a:p>
      </dsp:txBody>
      <dsp:txXfrm>
        <a:off x="3149162" y="391280"/>
        <a:ext cx="1677702" cy="16776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ings+Icon">
  <dgm:title val="Interconnected Rings"/>
  <dgm:desc val="Use to show overlapping or interconnected ideas or concepts. The first seven lines of Level 1 text correspond with a circle. Unused text does not appear, but remains available if you switch layouts.  "/>
  <dgm:catLst>
    <dgm:cat type="relationship" pri="32000"/>
    <dgm:cat type="officeonline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0"/>
        <dgm:pt modelId="20"/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/>
        <dgm:pt modelId="20"/>
        <dgm:pt modelId="30"/>
        <dgm:pt modelId="40"/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2" destOrd="0"/>
      </dgm:cxnLst>
      <dgm:bg/>
      <dgm:whole/>
    </dgm:dataModel>
  </dgm:clrData>
  <dgm:layoutNode name="Name0">
    <dgm:varLst>
      <dgm:chMax val="7"/>
      <dgm:dir/>
      <dgm:resizeHandles val="exact"/>
    </dgm:varLst>
    <dgm:choose name="Name1">
      <dgm:if name="Name2" axis="ch" ptType="node" func="cnt" op="lt" val="1">
        <dgm:alg type="composite"/>
        <dgm:shape xmlns:r="http://schemas.openxmlformats.org/officeDocument/2006/relationships" r:blip="">
          <dgm:adjLst/>
        </dgm:shape>
        <dgm:presOf/>
        <dgm:constrLst/>
        <dgm:ruleLst/>
      </dgm:if>
      <dgm:if name="Name3" axis="ch" ptType="node" func="cnt" op="equ" val="1">
        <dgm:alg type="composite">
          <dgm:param type="ar" val="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/>
          <dgm:constr type="h" for="ch" forName="ellipse1" refType="h"/>
        </dgm:constrLst>
      </dgm:if>
      <dgm:if name="Name4" axis="ch" ptType="node" func="cnt" op="equ" val="2">
        <dgm:alg type="composite">
          <dgm:param type="ar" val="0.908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6602"/>
          <dgm:constr type="h" for="ch" forName="ellipse1" refType="h" fact="0.5999"/>
          <dgm:constr type="l" for="ch" forName="ellipse2" refType="w" fact="0.3398"/>
          <dgm:constr type="t" for="ch" forName="ellipse2" refType="h" fact="0.4001"/>
          <dgm:constr type="w" for="ch" forName="ellipse2" refType="w" fact="0.6602"/>
          <dgm:constr type="h" for="ch" forName="ellipse2" refType="h" fact="0.5999"/>
        </dgm:constrLst>
      </dgm:if>
      <dgm:if name="Name5" axis="ch" ptType="node" func="cnt" op="equ" val="3">
        <dgm:alg type="composite">
          <dgm:param type="ar" val="1.217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4929"/>
          <dgm:constr type="h" for="ch" forName="ellipse1" refType="h" fact="0.5999"/>
          <dgm:constr type="l" for="ch" forName="ellipse2" refType="w" fact="0.2537"/>
          <dgm:constr type="t" for="ch" forName="ellipse2" refType="h" fact="0.4001"/>
          <dgm:constr type="w" for="ch" forName="ellipse2" refType="w" fact="0.4929"/>
          <dgm:constr type="h" for="ch" forName="ellipse2" refType="h" fact="0.5999"/>
          <dgm:constr type="l" for="ch" forName="ellipse3" refType="w" fact="0.5071"/>
          <dgm:constr type="t" for="ch" forName="ellipse3" refType="h" fact="0"/>
          <dgm:constr type="w" for="ch" forName="ellipse3" refType="w" fact="0.4929"/>
          <dgm:constr type="h" for="ch" forName="ellipse3" refType="h" fact="0.5999"/>
        </dgm:constrLst>
      </dgm:if>
      <dgm:if name="Name6" axis="ch" ptType="node" func="cnt" op="equ" val="4">
        <dgm:alg type="composite">
          <dgm:param type="ar" val="1.5255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932"/>
          <dgm:constr type="h" for="ch" forName="ellipse1" refType="h" fact="0.5999"/>
          <dgm:constr type="l" for="ch" forName="ellipse2" refType="w" fact="0.2023"/>
          <dgm:constr type="t" for="ch" forName="ellipse2" refType="h" fact="0.4001"/>
          <dgm:constr type="w" for="ch" forName="ellipse2" refType="w" fact="0.3932"/>
          <dgm:constr type="h" for="ch" forName="ellipse2" refType="h" fact="0.5999"/>
          <dgm:constr type="l" for="ch" forName="ellipse3" refType="w" fact="0.4045"/>
          <dgm:constr type="t" for="ch" forName="ellipse3" refType="h" fact="0"/>
          <dgm:constr type="w" for="ch" forName="ellipse3" refType="w" fact="0.3932"/>
          <dgm:constr type="h" for="ch" forName="ellipse3" refType="h" fact="0.5999"/>
          <dgm:constr type="l" for="ch" forName="ellipse4" refType="w" fact="0.6068"/>
          <dgm:constr type="t" for="ch" forName="ellipse4" refType="h" fact="0.4001"/>
          <dgm:constr type="w" for="ch" forName="ellipse4" refType="w" fact="0.3932"/>
          <dgm:constr type="h" for="ch" forName="ellipse4" refType="h" fact="0.5999"/>
        </dgm:constrLst>
      </dgm:if>
      <dgm:if name="Name7" axis="ch" ptType="node" func="cnt" op="equ" val="5">
        <dgm:alg type="composite">
          <dgm:param type="ar" val="1.834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271"/>
          <dgm:constr type="h" for="ch" forName="ellipse1" refType="h" fact="0.5999"/>
          <dgm:constr type="l" for="ch" forName="ellipse2" refType="w" fact="0.1682"/>
          <dgm:constr type="t" for="ch" forName="ellipse2" refType="h" fact="0.4001"/>
          <dgm:constr type="w" for="ch" forName="ellipse2" refType="w" fact="0.3271"/>
          <dgm:constr type="h" for="ch" forName="ellipse2" refType="h" fact="0.5999"/>
          <dgm:constr type="l" for="ch" forName="ellipse3" refType="w" fact="0.3365"/>
          <dgm:constr type="t" for="ch" forName="ellipse3" refType="h" fact="0"/>
          <dgm:constr type="w" for="ch" forName="ellipse3" refType="w" fact="0.3271"/>
          <dgm:constr type="h" for="ch" forName="ellipse3" refType="h" fact="0.5999"/>
          <dgm:constr type="l" for="ch" forName="ellipse4" refType="w" fact="0.5047"/>
          <dgm:constr type="t" for="ch" forName="ellipse4" refType="h" fact="0.4001"/>
          <dgm:constr type="w" for="ch" forName="ellipse4" refType="w" fact="0.3271"/>
          <dgm:constr type="h" for="ch" forName="ellipse4" refType="h" fact="0.5999"/>
          <dgm:constr type="l" for="ch" forName="ellipse5" refType="w" fact="0.6729"/>
          <dgm:constr type="t" for="ch" forName="ellipse5" refType="h" fact="0"/>
          <dgm:constr type="w" for="ch" forName="ellipse5" refType="w" fact="0.3271"/>
          <dgm:constr type="h" for="ch" forName="ellipse5" refType="h" fact="0.5999"/>
        </dgm:constrLst>
      </dgm:if>
      <dgm:if name="Name8" axis="ch" ptType="node" func="cnt" op="equ" val="6">
        <dgm:alg type="composite">
          <dgm:param type="ar" val="2.1873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78"/>
          <dgm:constr type="h" for="ch" forName="ellipse1" refType="h" fact="0.6081"/>
          <dgm:constr type="l" for="ch" forName="ellipse2" refType="w" fact="0.1444"/>
          <dgm:constr type="t" for="ch" forName="ellipse2" refType="h" fact="0.3919"/>
          <dgm:constr type="w" for="ch" forName="ellipse2" refType="w" fact="0.278"/>
          <dgm:constr type="h" for="ch" forName="ellipse2" refType="h" fact="0.6081"/>
          <dgm:constr type="l" for="ch" forName="ellipse3" refType="w" fact="0.2888"/>
          <dgm:constr type="t" for="ch" forName="ellipse3" refType="h" fact="0"/>
          <dgm:constr type="w" for="ch" forName="ellipse3" refType="w" fact="0.278"/>
          <dgm:constr type="h" for="ch" forName="ellipse3" refType="h" fact="0.6081"/>
          <dgm:constr type="l" for="ch" forName="ellipse4" refType="w" fact="0.4332"/>
          <dgm:constr type="t" for="ch" forName="ellipse4" refType="h" fact="0.3919"/>
          <dgm:constr type="w" for="ch" forName="ellipse4" refType="w" fact="0.278"/>
          <dgm:constr type="h" for="ch" forName="ellipse4" refType="h" fact="0.6081"/>
          <dgm:constr type="l" for="ch" forName="ellipse5" refType="w" fact="0.5776"/>
          <dgm:constr type="t" for="ch" forName="ellipse5" refType="h" fact="0"/>
          <dgm:constr type="w" for="ch" forName="ellipse5" refType="w" fact="0.278"/>
          <dgm:constr type="h" for="ch" forName="ellipse5" refType="h" fact="0.6081"/>
          <dgm:constr type="l" for="ch" forName="ellipse6" refType="w" fact="0.722"/>
          <dgm:constr type="t" for="ch" forName="ellipse6" refType="h" fact="0.3919"/>
          <dgm:constr type="w" for="ch" forName="ellipse6" refType="w" fact="0.278"/>
          <dgm:constr type="h" for="ch" forName="ellipse6" refType="h" fact="0.6081"/>
        </dgm:constrLst>
      </dgm:if>
      <dgm:else name="Name9">
        <dgm:alg type="composite">
          <dgm:param type="ar" val="2.346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455"/>
          <dgm:constr type="h" for="ch" forName="ellipse1" refType="h" fact="0.5761"/>
          <dgm:constr type="l" for="ch" forName="ellipse2" refType="w" fact="0.1257"/>
          <dgm:constr type="t" for="ch" forName="ellipse2" refType="h" fact="0.4239"/>
          <dgm:constr type="w" for="ch" forName="ellipse2" refType="w" fact="0.2455"/>
          <dgm:constr type="h" for="ch" forName="ellipse2" refType="h" fact="0.5761"/>
          <dgm:constr type="l" for="ch" forName="ellipse3" refType="w" fact="0.2515"/>
          <dgm:constr type="t" for="ch" forName="ellipse3" refType="h" fact="0"/>
          <dgm:constr type="w" for="ch" forName="ellipse3" refType="w" fact="0.2455"/>
          <dgm:constr type="h" for="ch" forName="ellipse3" refType="h" fact="0.5761"/>
          <dgm:constr type="l" for="ch" forName="ellipse4" refType="w" fact="0.3772"/>
          <dgm:constr type="t" for="ch" forName="ellipse4" refType="h" fact="0.4239"/>
          <dgm:constr type="w" for="ch" forName="ellipse4" refType="w" fact="0.2455"/>
          <dgm:constr type="h" for="ch" forName="ellipse4" refType="h" fact="0.5761"/>
          <dgm:constr type="l" for="ch" forName="ellipse5" refType="w" fact="0.503"/>
          <dgm:constr type="t" for="ch" forName="ellipse5" refType="h" fact="0"/>
          <dgm:constr type="w" for="ch" forName="ellipse5" refType="w" fact="0.2455"/>
          <dgm:constr type="h" for="ch" forName="ellipse5" refType="h" fact="0.5761"/>
          <dgm:constr type="l" for="ch" forName="ellipse6" refType="w" fact="0.6287"/>
          <dgm:constr type="t" for="ch" forName="ellipse6" refType="h" fact="0.4239"/>
          <dgm:constr type="w" for="ch" forName="ellipse6" refType="w" fact="0.2455"/>
          <dgm:constr type="h" for="ch" forName="ellipse6" refType="h" fact="0.5761"/>
          <dgm:constr type="l" for="ch" forName="ellipse7" refType="w" fact="0.7545"/>
          <dgm:constr type="t" for="ch" forName="ellipse7" refType="h" fact="0"/>
          <dgm:constr type="w" for="ch" forName="ellipse7" refType="w" fact="0.2455"/>
          <dgm:constr type="h" for="ch" forName="ellipse7" refType="h" fact="0.5761"/>
        </dgm:constrLst>
      </dgm:else>
    </dgm:choose>
    <dgm:choose name="Name10">
      <dgm:if name="Name11" axis="ch" ptType="node" func="cnt" op="gte" val="1">
        <dgm:layoutNode name="ellipse1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12">
            <dgm:if name="Name13" func="var" arg="dir" op="equ" val="norm">
              <dgm:presOf axis="ch desOrSelf" ptType="node node" st="1 1" cnt="1 0"/>
            </dgm:if>
            <dgm:else name="Name14">
              <dgm:choose name="Name15">
                <dgm:if name="Name16" axis="ch" ptType="node" func="cnt" op="equ" val="1">
                  <dgm:presOf axis="ch desOrSelf" ptType="node node" st="1 1" cnt="1 0"/>
                </dgm:if>
                <dgm:if name="Name17" axis="ch" ptType="node" func="cnt" op="equ" val="2">
                  <dgm:presOf axis="ch desOrSelf" ptType="node node" st="2 1" cnt="1 0"/>
                </dgm:if>
                <dgm:if name="Name18" axis="ch" ptType="node" func="cnt" op="equ" val="3">
                  <dgm:presOf axis="ch desOrSelf" ptType="node node" st="3 1" cnt="1 0"/>
                </dgm:if>
                <dgm:if name="Name19" axis="ch" ptType="node" func="cnt" op="equ" val="4">
                  <dgm:presOf axis="ch desOrSelf" ptType="node node" st="4 1" cnt="1 0"/>
                </dgm:if>
                <dgm:if name="Name20" axis="ch" ptType="node" func="cnt" op="equ" val="5">
                  <dgm:presOf axis="ch desOrSelf" ptType="node node" st="5 1" cnt="1 0"/>
                </dgm:if>
                <dgm:if name="Name21" axis="ch" ptType="node" func="cnt" op="equ" val="6">
                  <dgm:presOf axis="ch desOrSelf" ptType="node node" st="6 1" cnt="1 0"/>
                </dgm:if>
                <dgm:if name="Name22" axis="ch" ptType="node" func="cnt" op="gte" val="7">
                  <dgm:presOf axis="ch desOrSelf" ptType="node node" st="7 1" cnt="1 0"/>
                </dgm:if>
                <dgm:else name="Name2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24"/>
    </dgm:choose>
    <dgm:choose name="Name25">
      <dgm:if name="Name26" axis="ch" ptType="node" func="cnt" op="gte" val="2">
        <dgm:layoutNode name="ellipse2" styleLbl="vennNode1">
          <dgm:varLst>
            <dgm:bulletEnabled val="1"/>
          </dgm:varLst>
          <dgm:alg type="tx"/>
          <dgm:choose name="Name27">
            <dgm:if name="Name2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2 1" cnt="1 0"/>
            </dgm:if>
            <dgm:else name="Name29">
              <dgm:shape xmlns:r="http://schemas.openxmlformats.org/officeDocument/2006/relationships" type="ellipse" r:blip="" zOrderOff="-2">
                <dgm:adjLst/>
              </dgm:shape>
              <dgm:choose name="Name30">
                <dgm:if name="Name31" axis="ch" ptType="node" func="cnt" op="equ" val="2">
                  <dgm:presOf axis="ch desOrSelf" ptType="node node" st="1 1" cnt="1 0"/>
                </dgm:if>
                <dgm:if name="Name32" axis="ch" ptType="node" func="cnt" op="equ" val="3">
                  <dgm:presOf axis="ch desOrSelf" ptType="node node" st="2 1" cnt="1 0"/>
                </dgm:if>
                <dgm:if name="Name33" axis="ch" ptType="node" func="cnt" op="equ" val="4">
                  <dgm:presOf axis="ch desOrSelf" ptType="node node" st="3 1" cnt="1 0"/>
                </dgm:if>
                <dgm:if name="Name34" axis="ch" ptType="node" func="cnt" op="equ" val="5">
                  <dgm:presOf axis="ch desOrSelf" ptType="node node" st="4 1" cnt="1 0"/>
                </dgm:if>
                <dgm:if name="Name35" axis="ch" ptType="node" func="cnt" op="equ" val="6">
                  <dgm:presOf axis="ch desOrSelf" ptType="node node" st="5 1" cnt="1 0"/>
                </dgm:if>
                <dgm:if name="Name36" axis="ch" ptType="node" func="cnt" op="gte" val="7">
                  <dgm:presOf axis="ch desOrSelf" ptType="node node" st="6 1" cnt="1 0"/>
                </dgm:if>
                <dgm:else name="Name37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  <dgm:choose name="Name39">
      <dgm:if name="Name40" axis="ch" ptType="node" func="cnt" op="gte" val="3">
        <dgm:layoutNode name="ellipse3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41">
            <dgm:if name="Name42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3 1" cnt="1 0"/>
            </dgm:if>
            <dgm:else name="Name43">
              <dgm:shape xmlns:r="http://schemas.openxmlformats.org/officeDocument/2006/relationships" type="ellipse" r:blip="" zOrderOff="-4">
                <dgm:adjLst/>
              </dgm:shape>
              <dgm:choose name="Name44">
                <dgm:if name="Name45" axis="ch" ptType="node" func="cnt" op="equ" val="3">
                  <dgm:presOf axis="ch desOrSelf" ptType="node node" st="1 1" cnt="1 0"/>
                </dgm:if>
                <dgm:if name="Name46" axis="ch" ptType="node" func="cnt" op="equ" val="4">
                  <dgm:presOf axis="ch desOrSelf" ptType="node node" st="2 1" cnt="1 0"/>
                </dgm:if>
                <dgm:if name="Name47" axis="ch" ptType="node" func="cnt" op="equ" val="5">
                  <dgm:presOf axis="ch desOrSelf" ptType="node node" st="3 1" cnt="1 0"/>
                </dgm:if>
                <dgm:if name="Name48" axis="ch" ptType="node" func="cnt" op="equ" val="6">
                  <dgm:presOf axis="ch desOrSelf" ptType="node node" st="4 1" cnt="1 0"/>
                </dgm:if>
                <dgm:if name="Name49" axis="ch" ptType="node" func="cnt" op="gte" val="7">
                  <dgm:presOf axis="ch desOrSelf" ptType="node node" st="5 1" cnt="1 0"/>
                </dgm:if>
                <dgm:else name="Name50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1"/>
    </dgm:choose>
    <dgm:choose name="Name52">
      <dgm:if name="Name53" axis="ch" ptType="node" func="cnt" op="gte" val="4">
        <dgm:layoutNode name="ellipse4" styleLbl="vennNode1">
          <dgm:varLst>
            <dgm:bulletEnabled val="1"/>
          </dgm:varLst>
          <dgm:alg type="tx"/>
          <dgm:choose name="Name54">
            <dgm:if name="Name55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4 1" cnt="1 0"/>
            </dgm:if>
            <dgm:else name="Name56">
              <dgm:shape xmlns:r="http://schemas.openxmlformats.org/officeDocument/2006/relationships" type="ellipse" r:blip="" zOrderOff="-6">
                <dgm:adjLst/>
              </dgm:shape>
              <dgm:choose name="Name57">
                <dgm:if name="Name58" axis="ch" ptType="node" func="cnt" op="equ" val="4">
                  <dgm:presOf axis="ch desOrSelf" ptType="node node" st="1 1" cnt="1 0"/>
                </dgm:if>
                <dgm:if name="Name59" axis="ch" ptType="node" func="cnt" op="equ" val="5">
                  <dgm:presOf axis="ch desOrSelf" ptType="node node" st="2 1" cnt="1 0"/>
                </dgm:if>
                <dgm:if name="Name60" axis="ch" ptType="node" func="cnt" op="equ" val="6">
                  <dgm:presOf axis="ch desOrSelf" ptType="node node" st="3 1" cnt="1 0"/>
                </dgm:if>
                <dgm:if name="Name61" axis="ch" ptType="node" func="cnt" op="gte" val="7">
                  <dgm:presOf axis="ch desOrSelf" ptType="node node" st="4 1" cnt="1 0"/>
                </dgm:if>
                <dgm:else name="Name62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63"/>
    </dgm:choose>
    <dgm:choose name="Name64">
      <dgm:if name="Name65" axis="ch" ptType="node" func="cnt" op="gte" val="5">
        <dgm:layoutNode name="ellipse5" styleLbl="vennNode1">
          <dgm:varLst>
            <dgm:bulletEnabled val="1"/>
          </dgm:varLst>
          <dgm:alg type="tx"/>
          <dgm:choose name="Name66">
            <dgm:if name="Name67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5 1" cnt="1 0"/>
            </dgm:if>
            <dgm:else name="Name68">
              <dgm:shape xmlns:r="http://schemas.openxmlformats.org/officeDocument/2006/relationships" type="ellipse" r:blip="" zOrderOff="-8">
                <dgm:adjLst/>
              </dgm:shape>
              <dgm:choose name="Name69">
                <dgm:if name="Name70" axis="ch" ptType="node" func="cnt" op="equ" val="5">
                  <dgm:presOf axis="ch desOrSelf" ptType="node node" st="1 1" cnt="1 0"/>
                </dgm:if>
                <dgm:if name="Name71" axis="ch" ptType="node" func="cnt" op="equ" val="6">
                  <dgm:presOf axis="ch desOrSelf" ptType="node node" st="2 1" cnt="1 0"/>
                </dgm:if>
                <dgm:if name="Name72" axis="ch" ptType="node" func="cnt" op="gte" val="7">
                  <dgm:presOf axis="ch desOrSelf" ptType="node node" st="3 1" cnt="1 0"/>
                </dgm:if>
                <dgm:else name="Name7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74"/>
    </dgm:choose>
    <dgm:choose name="Name75">
      <dgm:if name="Name76" axis="ch" ptType="node" func="cnt" op="gte" val="6">
        <dgm:layoutNode name="ellipse6" styleLbl="vennNode1">
          <dgm:varLst>
            <dgm:bulletEnabled val="1"/>
          </dgm:varLst>
          <dgm:alg type="tx"/>
          <dgm:choose name="Name77">
            <dgm:if name="Name7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6 1" cnt="1 0"/>
            </dgm:if>
            <dgm:else name="Name79">
              <dgm:shape xmlns:r="http://schemas.openxmlformats.org/officeDocument/2006/relationships" type="ellipse" r:blip="" zOrderOff="-10">
                <dgm:adjLst/>
              </dgm:shape>
              <dgm:choose name="Name80">
                <dgm:if name="Name81" axis="ch" ptType="node" func="cnt" op="equ" val="6">
                  <dgm:presOf axis="ch desOrSelf" ptType="node node" st="1 1" cnt="1 0"/>
                </dgm:if>
                <dgm:if name="Name82" axis="ch" ptType="node" func="cnt" op="gte" val="7">
                  <dgm:presOf axis="ch desOrSelf" ptType="node node" st="2 1" cnt="1 0"/>
                </dgm:if>
                <dgm:else name="Name8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84"/>
    </dgm:choose>
    <dgm:choose name="Name85">
      <dgm:if name="Name86" axis="ch" ptType="node" func="cnt" op="gte" val="7">
        <dgm:layoutNode name="ellipse7" styleLbl="vennNode1">
          <dgm:varLst>
            <dgm:bulletEnabled val="1"/>
          </dgm:varLst>
          <dgm:alg type="tx"/>
          <dgm:choose name="Name87">
            <dgm:if name="Name8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7 1" cnt="1 0"/>
            </dgm:if>
            <dgm:else name="Name89">
              <dgm:shape xmlns:r="http://schemas.openxmlformats.org/officeDocument/2006/relationships" type="ellipse" r:blip="" zOrderOff="-12">
                <dgm:adjLst/>
              </dgm:shape>
              <dgm:presOf axis="ch desOrSelf" ptType="node node" st="1 1" cnt="1 0"/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9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F28A73-5C02-4CB5-8815-7D5BEE629AAC}" type="datetimeFigureOut">
              <a:rPr lang="en-US" smtClean="0"/>
              <a:t>11/12/2019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F2C266-B387-4CCF-B957-BD9022FC3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192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5f391192_0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5f391192_0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5ed75ccf_0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5ed75ccf_0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5ed75ccf_0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5ed75ccf_0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5f391192_0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5f391192_0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5ed75ccf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5ed75ccf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F9213-9EA5-4CB1-A97B-950042B125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075C53-F407-417F-B456-901A6247C6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22F9F-E3B7-4706-B533-D17DE5390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C175C-7F91-4BEB-9637-94198B93DED9}" type="datetimeFigureOut">
              <a:rPr lang="en-US" smtClean="0"/>
              <a:t>11/12/2019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08BAD-65C2-478A-83A4-9D1883A4D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F068F-2359-488F-9FCC-4C41A869A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E0BEC-80BA-4050-A830-F660CA065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780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565BE-F4C0-45F8-A4D3-C303CB9C2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8B8F3-A1CA-4BCA-87A1-C7A3DBBD9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8742D-EEAC-4EA0-B389-31AB57683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C175C-7F91-4BEB-9637-94198B93DED9}" type="datetimeFigureOut">
              <a:rPr lang="en-US" smtClean="0"/>
              <a:t>11/12/2019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C425D-A3BF-4720-9005-BDA0FCA63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7FFF0-8C97-43CF-A563-55D755CF7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E0BEC-80BA-4050-A830-F660CA065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54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64817-4F85-44F5-81B2-65175ECAD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1B8020-2D20-4E80-9422-49B57869D0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665A8-CC77-4A44-85E1-7D0513660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C175C-7F91-4BEB-9637-94198B93DED9}" type="datetimeFigureOut">
              <a:rPr lang="en-US" smtClean="0"/>
              <a:t>11/12/2019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83AAB-6881-474F-BDB6-3EF8F874A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A8E3D7-56FE-4A75-94E5-328782AE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E0BEC-80BA-4050-A830-F660CA065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353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356A5-1EF0-485A-908E-08C686A36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7B27C-7BD7-42CE-A508-5A20BDFBCB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3A6C9B-1327-4FD8-82A9-92415CC5CB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EF7605-ABC1-455B-A539-5A10EEB48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C175C-7F91-4BEB-9637-94198B93DED9}" type="datetimeFigureOut">
              <a:rPr lang="en-US" smtClean="0"/>
              <a:t>11/12/2019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DF061-1292-4B6E-89B8-BF27D668C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C76F4B-8B40-4B35-8BC3-F7A89C7AC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E0BEC-80BA-4050-A830-F660CA065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948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832D2-6E16-40B9-A786-66CB5FA14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66145-FAAE-4265-89A4-07028F1B4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F09A36-91EC-4564-9DD0-E3FED16E58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C355E5-922B-4BB2-B4D2-5DD536C8B5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DCAB7D-C053-407E-A6A1-71A159ED80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15002E-A7BC-4DC6-A899-129141BD6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C175C-7F91-4BEB-9637-94198B93DED9}" type="datetimeFigureOut">
              <a:rPr lang="en-US" smtClean="0"/>
              <a:t>11/12/2019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8BAF19-03BC-4D13-9805-8AB27B4C2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0A9BE9-94CE-4691-8522-9BDCD9DD6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E0BEC-80BA-4050-A830-F660CA065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918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7E548-3F88-45ED-B7B5-20206836A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A88509-CB66-40C2-B306-3630EF9AE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C175C-7F91-4BEB-9637-94198B93DED9}" type="datetimeFigureOut">
              <a:rPr lang="en-US" smtClean="0"/>
              <a:t>11/12/2019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BACC20-8CFA-4BDF-8482-964791EC6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032598-17C3-4E6F-8E78-009C8D426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E0BEC-80BA-4050-A830-F660CA065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616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CBC5DB-E51B-4CDA-8A45-F7DD9C812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C175C-7F91-4BEB-9637-94198B93DED9}" type="datetimeFigureOut">
              <a:rPr lang="en-US" smtClean="0"/>
              <a:t>11/12/2019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46A889-C4BD-47B7-B73B-47F13F10E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D7EC8-71D7-413C-97F3-60443AC58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E0BEC-80BA-4050-A830-F660CA065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77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3E6B5-348B-4C84-8D27-CC45F546F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D1824-AA10-40C0-A84A-7500DAD82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69F9B5-791F-4B1E-B3EA-8429421783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BB8988-CAE9-46A3-818F-DD9398EEA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C175C-7F91-4BEB-9637-94198B93DED9}" type="datetimeFigureOut">
              <a:rPr lang="en-US" smtClean="0"/>
              <a:t>11/12/2019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825A11-813B-4EEA-93C1-3CF673BED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DF02F0-92FD-4352-A046-D74C4D861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E0BEC-80BA-4050-A830-F660CA065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852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D27F8-B030-44C0-BB30-8DD5F355F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2E3C4E-1927-46E2-B05D-35AC4377EC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7133B9-4183-4718-B5D0-84322A383A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65F75E-A636-436E-BD7E-17566D3AC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C175C-7F91-4BEB-9637-94198B93DED9}" type="datetimeFigureOut">
              <a:rPr lang="en-US" smtClean="0"/>
              <a:t>11/12/2019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B3C0AE-D84A-4211-84E1-E42FA7DE9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D2E30C-1EA7-45D1-89FC-6412D3E47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E0BEC-80BA-4050-A830-F660CA065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485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2EB7F-5F24-42C6-A7BB-F7172A3E2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5A6E62-1164-4216-B87F-D21B38D7DB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94D1C-A751-4D77-989A-BE7AA4A04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C175C-7F91-4BEB-9637-94198B93DED9}" type="datetimeFigureOut">
              <a:rPr lang="en-US" smtClean="0"/>
              <a:t>11/12/2019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BA6CF-A677-42AD-A840-766DC8AD9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7CC7F-4CB5-401A-A0D0-99B759D35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E0BEC-80BA-4050-A830-F660CA065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175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BC66D7-DE56-4ADA-98FD-76834FE740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A94C26-5ACB-44E9-8BAD-11DD748933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F50A92-C0FA-4352-8311-F09E085A6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C175C-7F91-4BEB-9637-94198B93DED9}" type="datetimeFigureOut">
              <a:rPr lang="en-US" smtClean="0"/>
              <a:t>11/12/2019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E407-9F6A-4B56-9A6F-BF149F44B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E4CE2-7F26-43D4-87B9-45EDD2654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E0BEC-80BA-4050-A830-F660CA065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685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flipH="1">
            <a:off x="1216968" y="0"/>
            <a:ext cx="10975033" cy="5775400"/>
            <a:chOff x="0" y="0"/>
            <a:chExt cx="8231275" cy="4331550"/>
          </a:xfrm>
        </p:grpSpPr>
        <p:pic>
          <p:nvPicPr>
            <p:cNvPr id="11" name="Google Shape;11;p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85975" y="3434875"/>
              <a:ext cx="1371975" cy="8966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" name="Google Shape;12;p2"/>
            <p:cNvGrpSpPr/>
            <p:nvPr/>
          </p:nvGrpSpPr>
          <p:grpSpPr>
            <a:xfrm>
              <a:off x="0" y="2747250"/>
              <a:ext cx="3429750" cy="896675"/>
              <a:chOff x="0" y="0"/>
              <a:chExt cx="3429750" cy="896675"/>
            </a:xfrm>
          </p:grpSpPr>
          <p:pic>
            <p:nvPicPr>
              <p:cNvPr id="13" name="Google Shape;13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" name="Google Shape;14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5" name="Google Shape;15;p2"/>
            <p:cNvGrpSpPr/>
            <p:nvPr/>
          </p:nvGrpSpPr>
          <p:grpSpPr>
            <a:xfrm>
              <a:off x="685975" y="2061250"/>
              <a:ext cx="3429750" cy="896675"/>
              <a:chOff x="0" y="0"/>
              <a:chExt cx="3429750" cy="896675"/>
            </a:xfrm>
          </p:grpSpPr>
          <p:pic>
            <p:nvPicPr>
              <p:cNvPr id="16" name="Google Shape;16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" name="Google Shape;17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8" name="Google Shape;18;p2"/>
            <p:cNvGrpSpPr/>
            <p:nvPr/>
          </p:nvGrpSpPr>
          <p:grpSpPr>
            <a:xfrm>
              <a:off x="0" y="1373625"/>
              <a:ext cx="3429750" cy="896675"/>
              <a:chOff x="0" y="0"/>
              <a:chExt cx="3429750" cy="896675"/>
            </a:xfrm>
          </p:grpSpPr>
          <p:pic>
            <p:nvPicPr>
              <p:cNvPr id="19" name="Google Shape;19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" name="Google Shape;20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1" name="Google Shape;21;p2"/>
            <p:cNvGrpSpPr/>
            <p:nvPr/>
          </p:nvGrpSpPr>
          <p:grpSpPr>
            <a:xfrm>
              <a:off x="685975" y="687625"/>
              <a:ext cx="7545300" cy="896675"/>
              <a:chOff x="0" y="0"/>
              <a:chExt cx="7545300" cy="896675"/>
            </a:xfrm>
          </p:grpSpPr>
          <p:pic>
            <p:nvPicPr>
              <p:cNvPr id="22" name="Google Shape;22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" name="Google Shape;23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" name="Google Shape;24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" name="Google Shape;25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6" name="Google Shape;26;p2"/>
            <p:cNvGrpSpPr/>
            <p:nvPr/>
          </p:nvGrpSpPr>
          <p:grpSpPr>
            <a:xfrm>
              <a:off x="0" y="0"/>
              <a:ext cx="7545300" cy="896675"/>
              <a:chOff x="0" y="0"/>
              <a:chExt cx="7545300" cy="896675"/>
            </a:xfrm>
          </p:grpSpPr>
          <p:pic>
            <p:nvPicPr>
              <p:cNvPr id="27" name="Google Shape;27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" name="Google Shape;28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" name="Google Shape;29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" name="Google Shape;30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31" name="Google Shape;31;p2"/>
          <p:cNvSpPr txBox="1">
            <a:spLocks noGrp="1"/>
          </p:cNvSpPr>
          <p:nvPr>
            <p:ph type="ctrTitle"/>
          </p:nvPr>
        </p:nvSpPr>
        <p:spPr>
          <a:xfrm>
            <a:off x="2703496" y="2604420"/>
            <a:ext cx="6764400" cy="154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grpSp>
        <p:nvGrpSpPr>
          <p:cNvPr id="32" name="Google Shape;32;p2"/>
          <p:cNvGrpSpPr/>
          <p:nvPr/>
        </p:nvGrpSpPr>
        <p:grpSpPr>
          <a:xfrm flipH="1">
            <a:off x="1" y="4117464"/>
            <a:ext cx="5487633" cy="3027067"/>
            <a:chOff x="4115550" y="2061250"/>
            <a:chExt cx="4115725" cy="2270300"/>
          </a:xfrm>
        </p:grpSpPr>
        <p:grpSp>
          <p:nvGrpSpPr>
            <p:cNvPr id="33" name="Google Shape;33;p2"/>
            <p:cNvGrpSpPr/>
            <p:nvPr/>
          </p:nvGrpSpPr>
          <p:grpSpPr>
            <a:xfrm>
              <a:off x="4801525" y="3434875"/>
              <a:ext cx="3429750" cy="896675"/>
              <a:chOff x="4115550" y="0"/>
              <a:chExt cx="3429750" cy="896675"/>
            </a:xfrm>
          </p:grpSpPr>
          <p:pic>
            <p:nvPicPr>
              <p:cNvPr id="34" name="Google Shape;34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5" name="Google Shape;35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6" name="Google Shape;36;p2"/>
            <p:cNvGrpSpPr/>
            <p:nvPr/>
          </p:nvGrpSpPr>
          <p:grpSpPr>
            <a:xfrm>
              <a:off x="4115550" y="2747250"/>
              <a:ext cx="3429750" cy="896675"/>
              <a:chOff x="4115550" y="0"/>
              <a:chExt cx="3429750" cy="896675"/>
            </a:xfrm>
          </p:grpSpPr>
          <p:pic>
            <p:nvPicPr>
              <p:cNvPr id="37" name="Google Shape;37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8" name="Google Shape;38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9" name="Google Shape;39;p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859300" y="2061250"/>
              <a:ext cx="1371975" cy="896675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2382489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oogle Shape;41;p3"/>
          <p:cNvGrpSpPr/>
          <p:nvPr/>
        </p:nvGrpSpPr>
        <p:grpSpPr>
          <a:xfrm flipH="1">
            <a:off x="1216968" y="0"/>
            <a:ext cx="10975033" cy="5775400"/>
            <a:chOff x="0" y="0"/>
            <a:chExt cx="8231275" cy="4331550"/>
          </a:xfrm>
        </p:grpSpPr>
        <p:pic>
          <p:nvPicPr>
            <p:cNvPr id="42" name="Google Shape;42;p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85975" y="3434875"/>
              <a:ext cx="1371975" cy="8966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3" name="Google Shape;43;p3"/>
            <p:cNvGrpSpPr/>
            <p:nvPr/>
          </p:nvGrpSpPr>
          <p:grpSpPr>
            <a:xfrm>
              <a:off x="0" y="2747250"/>
              <a:ext cx="3429750" cy="896675"/>
              <a:chOff x="0" y="0"/>
              <a:chExt cx="3429750" cy="896675"/>
            </a:xfrm>
          </p:grpSpPr>
          <p:pic>
            <p:nvPicPr>
              <p:cNvPr id="44" name="Google Shape;44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5" name="Google Shape;45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6" name="Google Shape;46;p3"/>
            <p:cNvGrpSpPr/>
            <p:nvPr/>
          </p:nvGrpSpPr>
          <p:grpSpPr>
            <a:xfrm>
              <a:off x="685975" y="2061250"/>
              <a:ext cx="3429750" cy="896675"/>
              <a:chOff x="0" y="0"/>
              <a:chExt cx="3429750" cy="896675"/>
            </a:xfrm>
          </p:grpSpPr>
          <p:pic>
            <p:nvPicPr>
              <p:cNvPr id="47" name="Google Shape;47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8" name="Google Shape;48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9" name="Google Shape;49;p3"/>
            <p:cNvGrpSpPr/>
            <p:nvPr/>
          </p:nvGrpSpPr>
          <p:grpSpPr>
            <a:xfrm>
              <a:off x="0" y="1373625"/>
              <a:ext cx="3429750" cy="896675"/>
              <a:chOff x="0" y="0"/>
              <a:chExt cx="3429750" cy="896675"/>
            </a:xfrm>
          </p:grpSpPr>
          <p:pic>
            <p:nvPicPr>
              <p:cNvPr id="50" name="Google Shape;50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1" name="Google Shape;51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2" name="Google Shape;52;p3"/>
            <p:cNvGrpSpPr/>
            <p:nvPr/>
          </p:nvGrpSpPr>
          <p:grpSpPr>
            <a:xfrm>
              <a:off x="685975" y="687625"/>
              <a:ext cx="7545300" cy="896675"/>
              <a:chOff x="0" y="0"/>
              <a:chExt cx="7545300" cy="896675"/>
            </a:xfrm>
          </p:grpSpPr>
          <p:pic>
            <p:nvPicPr>
              <p:cNvPr id="53" name="Google Shape;53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4" name="Google Shape;54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5" name="Google Shape;55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6" name="Google Shape;56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7" name="Google Shape;57;p3"/>
            <p:cNvGrpSpPr/>
            <p:nvPr/>
          </p:nvGrpSpPr>
          <p:grpSpPr>
            <a:xfrm>
              <a:off x="0" y="0"/>
              <a:ext cx="7545300" cy="896675"/>
              <a:chOff x="0" y="0"/>
              <a:chExt cx="7545300" cy="896675"/>
            </a:xfrm>
          </p:grpSpPr>
          <p:pic>
            <p:nvPicPr>
              <p:cNvPr id="58" name="Google Shape;58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9" name="Google Shape;59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0" name="Google Shape;60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1" name="Google Shape;61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62" name="Google Shape;62;p3"/>
          <p:cNvGrpSpPr/>
          <p:nvPr/>
        </p:nvGrpSpPr>
        <p:grpSpPr>
          <a:xfrm flipH="1">
            <a:off x="1" y="4117464"/>
            <a:ext cx="5487633" cy="3027067"/>
            <a:chOff x="4115550" y="2061250"/>
            <a:chExt cx="4115725" cy="2270300"/>
          </a:xfrm>
        </p:grpSpPr>
        <p:grpSp>
          <p:nvGrpSpPr>
            <p:cNvPr id="63" name="Google Shape;63;p3"/>
            <p:cNvGrpSpPr/>
            <p:nvPr/>
          </p:nvGrpSpPr>
          <p:grpSpPr>
            <a:xfrm>
              <a:off x="4801525" y="3434875"/>
              <a:ext cx="3429750" cy="896675"/>
              <a:chOff x="4115550" y="0"/>
              <a:chExt cx="3429750" cy="896675"/>
            </a:xfrm>
          </p:grpSpPr>
          <p:pic>
            <p:nvPicPr>
              <p:cNvPr id="64" name="Google Shape;64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5" name="Google Shape;65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6" name="Google Shape;66;p3"/>
            <p:cNvGrpSpPr/>
            <p:nvPr/>
          </p:nvGrpSpPr>
          <p:grpSpPr>
            <a:xfrm>
              <a:off x="4115550" y="2747250"/>
              <a:ext cx="3429750" cy="896675"/>
              <a:chOff x="4115550" y="0"/>
              <a:chExt cx="3429750" cy="896675"/>
            </a:xfrm>
          </p:grpSpPr>
          <p:pic>
            <p:nvPicPr>
              <p:cNvPr id="67" name="Google Shape;67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8" name="Google Shape;68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69" name="Google Shape;69;p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859300" y="2061250"/>
              <a:ext cx="1371975" cy="89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0" name="Google Shape;70;p3"/>
          <p:cNvSpPr txBox="1">
            <a:spLocks noGrp="1"/>
          </p:cNvSpPr>
          <p:nvPr>
            <p:ph type="ctrTitle"/>
          </p:nvPr>
        </p:nvSpPr>
        <p:spPr>
          <a:xfrm>
            <a:off x="2703500" y="2172529"/>
            <a:ext cx="6784800" cy="154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endParaRPr/>
          </a:p>
        </p:txBody>
      </p:sp>
      <p:sp>
        <p:nvSpPr>
          <p:cNvPr id="71" name="Google Shape;71;p3"/>
          <p:cNvSpPr txBox="1">
            <a:spLocks noGrp="1"/>
          </p:cNvSpPr>
          <p:nvPr>
            <p:ph type="subTitle" idx="1"/>
          </p:nvPr>
        </p:nvSpPr>
        <p:spPr>
          <a:xfrm>
            <a:off x="2703500" y="3848135"/>
            <a:ext cx="6784800" cy="104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40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40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40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40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40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40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40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40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97884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oogle Shape;73;p4"/>
          <p:cNvGrpSpPr/>
          <p:nvPr/>
        </p:nvGrpSpPr>
        <p:grpSpPr>
          <a:xfrm>
            <a:off x="5818365" y="-4284"/>
            <a:ext cx="6373635" cy="3365507"/>
            <a:chOff x="4363774" y="-3213"/>
            <a:chExt cx="4780226" cy="2524130"/>
          </a:xfrm>
        </p:grpSpPr>
        <p:pic>
          <p:nvPicPr>
            <p:cNvPr id="74" name="Google Shape;74;p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7948921" y="2000218"/>
              <a:ext cx="796706" cy="52069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5" name="Google Shape;75;p4"/>
            <p:cNvGrpSpPr/>
            <p:nvPr/>
          </p:nvGrpSpPr>
          <p:grpSpPr>
            <a:xfrm flipH="1">
              <a:off x="7152344" y="1600887"/>
              <a:ext cx="1991656" cy="520699"/>
              <a:chOff x="0" y="0"/>
              <a:chExt cx="3429750" cy="896675"/>
            </a:xfrm>
          </p:grpSpPr>
          <p:pic>
            <p:nvPicPr>
              <p:cNvPr id="76" name="Google Shape;76;p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7" name="Google Shape;77;p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78" name="Google Shape;78;p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7948921" y="1198193"/>
              <a:ext cx="796706" cy="52069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9" name="Google Shape;79;p4"/>
            <p:cNvGrpSpPr/>
            <p:nvPr/>
          </p:nvGrpSpPr>
          <p:grpSpPr>
            <a:xfrm flipH="1">
              <a:off x="5957394" y="798862"/>
              <a:ext cx="3186606" cy="520699"/>
              <a:chOff x="0" y="0"/>
              <a:chExt cx="5487525" cy="896675"/>
            </a:xfrm>
          </p:grpSpPr>
          <p:pic>
            <p:nvPicPr>
              <p:cNvPr id="80" name="Google Shape;80;p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1" name="Google Shape;81;p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2" name="Google Shape;82;p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3" name="Google Shape;83;p4"/>
            <p:cNvGrpSpPr/>
            <p:nvPr/>
          </p:nvGrpSpPr>
          <p:grpSpPr>
            <a:xfrm flipH="1">
              <a:off x="4363774" y="396118"/>
              <a:ext cx="4381854" cy="520735"/>
              <a:chOff x="0" y="0"/>
              <a:chExt cx="7545300" cy="896675"/>
            </a:xfrm>
          </p:grpSpPr>
          <p:pic>
            <p:nvPicPr>
              <p:cNvPr id="84" name="Google Shape;84;p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5" name="Google Shape;85;p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6" name="Google Shape;86;p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7" name="Google Shape;87;p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8" name="Google Shape;88;p4"/>
            <p:cNvGrpSpPr/>
            <p:nvPr/>
          </p:nvGrpSpPr>
          <p:grpSpPr>
            <a:xfrm flipH="1">
              <a:off x="4762146" y="-3213"/>
              <a:ext cx="4381854" cy="520735"/>
              <a:chOff x="0" y="0"/>
              <a:chExt cx="7545300" cy="896675"/>
            </a:xfrm>
          </p:grpSpPr>
          <p:pic>
            <p:nvPicPr>
              <p:cNvPr id="89" name="Google Shape;89;p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0" name="Google Shape;90;p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1" name="Google Shape;91;p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2" name="Google Shape;92;p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93" name="Google Shape;93;p4"/>
          <p:cNvGrpSpPr/>
          <p:nvPr/>
        </p:nvGrpSpPr>
        <p:grpSpPr>
          <a:xfrm>
            <a:off x="-4" y="3657584"/>
            <a:ext cx="5842075" cy="3365507"/>
            <a:chOff x="4364072" y="-3213"/>
            <a:chExt cx="4381556" cy="2524130"/>
          </a:xfrm>
        </p:grpSpPr>
        <p:grpSp>
          <p:nvGrpSpPr>
            <p:cNvPr id="94" name="Google Shape;94;p4"/>
            <p:cNvGrpSpPr/>
            <p:nvPr/>
          </p:nvGrpSpPr>
          <p:grpSpPr>
            <a:xfrm flipH="1">
              <a:off x="4364072" y="2000218"/>
              <a:ext cx="4381556" cy="520699"/>
              <a:chOff x="0" y="0"/>
              <a:chExt cx="7545300" cy="896675"/>
            </a:xfrm>
          </p:grpSpPr>
          <p:pic>
            <p:nvPicPr>
              <p:cNvPr id="95" name="Google Shape;95;p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6" name="Google Shape;96;p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7" name="Google Shape;97;p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8" name="Google Shape;98;p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9" name="Google Shape;99;p4"/>
            <p:cNvGrpSpPr/>
            <p:nvPr/>
          </p:nvGrpSpPr>
          <p:grpSpPr>
            <a:xfrm flipH="1">
              <a:off x="4762444" y="1600887"/>
              <a:ext cx="3186606" cy="520699"/>
              <a:chOff x="2057775" y="0"/>
              <a:chExt cx="5487525" cy="896675"/>
            </a:xfrm>
          </p:grpSpPr>
          <p:pic>
            <p:nvPicPr>
              <p:cNvPr id="100" name="Google Shape;100;p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1" name="Google Shape;101;p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2" name="Google Shape;102;p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3" name="Google Shape;103;p4"/>
            <p:cNvGrpSpPr/>
            <p:nvPr/>
          </p:nvGrpSpPr>
          <p:grpSpPr>
            <a:xfrm flipH="1">
              <a:off x="4364072" y="1198193"/>
              <a:ext cx="3186606" cy="520699"/>
              <a:chOff x="2057775" y="0"/>
              <a:chExt cx="5487525" cy="896675"/>
            </a:xfrm>
          </p:grpSpPr>
          <p:pic>
            <p:nvPicPr>
              <p:cNvPr id="104" name="Google Shape;104;p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5" name="Google Shape;105;p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6" name="Google Shape;106;p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07" name="Google Shape;107;p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4762444" y="798862"/>
              <a:ext cx="796706" cy="52069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8" name="Google Shape;108;p4"/>
            <p:cNvGrpSpPr/>
            <p:nvPr/>
          </p:nvGrpSpPr>
          <p:grpSpPr>
            <a:xfrm flipH="1">
              <a:off x="4364072" y="396118"/>
              <a:ext cx="1991656" cy="520699"/>
              <a:chOff x="4115550" y="0"/>
              <a:chExt cx="3429750" cy="896675"/>
            </a:xfrm>
          </p:grpSpPr>
          <p:pic>
            <p:nvPicPr>
              <p:cNvPr id="109" name="Google Shape;109;p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0" name="Google Shape;110;p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11" name="Google Shape;111;p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4762444" y="-3213"/>
              <a:ext cx="796706" cy="5206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2" name="Google Shape;112;p4"/>
          <p:cNvSpPr txBox="1">
            <a:spLocks noGrp="1"/>
          </p:cNvSpPr>
          <p:nvPr>
            <p:ph type="body" idx="1"/>
          </p:nvPr>
        </p:nvSpPr>
        <p:spPr>
          <a:xfrm>
            <a:off x="3316867" y="1624033"/>
            <a:ext cx="5558400" cy="361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507987" algn="ctr" rtl="0">
              <a:spcBef>
                <a:spcPts val="800"/>
              </a:spcBef>
              <a:spcAft>
                <a:spcPts val="0"/>
              </a:spcAft>
              <a:buSzPts val="2400"/>
              <a:buFont typeface="Montserrat"/>
              <a:buChar char="❑"/>
              <a:defRPr sz="3200" b="1">
                <a:latin typeface="Montserrat"/>
                <a:ea typeface="Montserrat"/>
                <a:cs typeface="Montserrat"/>
                <a:sym typeface="Montserrat"/>
              </a:defRPr>
            </a:lvl1pPr>
            <a:lvl2pPr marL="1219170" lvl="1" indent="-507987" algn="ctr" rtl="0">
              <a:spcBef>
                <a:spcPts val="800"/>
              </a:spcBef>
              <a:spcAft>
                <a:spcPts val="0"/>
              </a:spcAft>
              <a:buSzPts val="2400"/>
              <a:buFont typeface="Montserrat"/>
              <a:buChar char="❏"/>
              <a:defRPr sz="3200" b="1">
                <a:latin typeface="Montserrat"/>
                <a:ea typeface="Montserrat"/>
                <a:cs typeface="Montserrat"/>
                <a:sym typeface="Montserrat"/>
              </a:defRPr>
            </a:lvl2pPr>
            <a:lvl3pPr marL="1828754" lvl="2" indent="-507987" algn="ctr" rtl="0">
              <a:spcBef>
                <a:spcPts val="800"/>
              </a:spcBef>
              <a:spcAft>
                <a:spcPts val="0"/>
              </a:spcAft>
              <a:buSzPts val="2400"/>
              <a:buFont typeface="Montserrat"/>
              <a:buChar char="❏"/>
              <a:defRPr sz="3200" b="1">
                <a:latin typeface="Montserrat"/>
                <a:ea typeface="Montserrat"/>
                <a:cs typeface="Montserrat"/>
                <a:sym typeface="Montserrat"/>
              </a:defRPr>
            </a:lvl3pPr>
            <a:lvl4pPr marL="2438339" lvl="3" indent="-507987" algn="ctr" rtl="0">
              <a:spcBef>
                <a:spcPts val="800"/>
              </a:spcBef>
              <a:spcAft>
                <a:spcPts val="0"/>
              </a:spcAft>
              <a:buSzPts val="2400"/>
              <a:buFont typeface="Montserrat"/>
              <a:buChar char="❏"/>
              <a:defRPr sz="3200" b="1">
                <a:latin typeface="Montserrat"/>
                <a:ea typeface="Montserrat"/>
                <a:cs typeface="Montserrat"/>
                <a:sym typeface="Montserrat"/>
              </a:defRPr>
            </a:lvl4pPr>
            <a:lvl5pPr marL="3047924" lvl="4" indent="-507987" algn="ctr" rtl="0">
              <a:spcBef>
                <a:spcPts val="800"/>
              </a:spcBef>
              <a:spcAft>
                <a:spcPts val="0"/>
              </a:spcAft>
              <a:buSzPts val="2400"/>
              <a:buFont typeface="Montserrat"/>
              <a:buChar char="❏"/>
              <a:defRPr sz="3200" b="1">
                <a:latin typeface="Montserrat"/>
                <a:ea typeface="Montserrat"/>
                <a:cs typeface="Montserrat"/>
                <a:sym typeface="Montserrat"/>
              </a:defRPr>
            </a:lvl5pPr>
            <a:lvl6pPr marL="3657509" lvl="5" indent="-507987" algn="ctr" rtl="0">
              <a:spcBef>
                <a:spcPts val="800"/>
              </a:spcBef>
              <a:spcAft>
                <a:spcPts val="0"/>
              </a:spcAft>
              <a:buSzPts val="2400"/>
              <a:buFont typeface="Montserrat"/>
              <a:buChar char="❏"/>
              <a:defRPr sz="3200" b="1">
                <a:latin typeface="Montserrat"/>
                <a:ea typeface="Montserrat"/>
                <a:cs typeface="Montserrat"/>
                <a:sym typeface="Montserrat"/>
              </a:defRPr>
            </a:lvl6pPr>
            <a:lvl7pPr marL="4267093" lvl="6" indent="-507987" algn="ctr" rtl="0">
              <a:spcBef>
                <a:spcPts val="800"/>
              </a:spcBef>
              <a:spcAft>
                <a:spcPts val="0"/>
              </a:spcAft>
              <a:buSzPts val="2400"/>
              <a:buFont typeface="Montserrat"/>
              <a:buChar char="❏"/>
              <a:defRPr sz="3200" b="1">
                <a:latin typeface="Montserrat"/>
                <a:ea typeface="Montserrat"/>
                <a:cs typeface="Montserrat"/>
                <a:sym typeface="Montserrat"/>
              </a:defRPr>
            </a:lvl7pPr>
            <a:lvl8pPr marL="4876678" lvl="7" indent="-507987" algn="ctr" rtl="0">
              <a:spcBef>
                <a:spcPts val="800"/>
              </a:spcBef>
              <a:spcAft>
                <a:spcPts val="0"/>
              </a:spcAft>
              <a:buSzPts val="2400"/>
              <a:buFont typeface="Montserrat"/>
              <a:buChar char="❏"/>
              <a:defRPr sz="3200" b="1">
                <a:latin typeface="Montserrat"/>
                <a:ea typeface="Montserrat"/>
                <a:cs typeface="Montserrat"/>
                <a:sym typeface="Montserrat"/>
              </a:defRPr>
            </a:lvl8pPr>
            <a:lvl9pPr marL="5486263" lvl="8" indent="-507987" algn="ctr">
              <a:spcBef>
                <a:spcPts val="800"/>
              </a:spcBef>
              <a:spcAft>
                <a:spcPts val="0"/>
              </a:spcAft>
              <a:buSzPts val="2400"/>
              <a:buFont typeface="Montserrat"/>
              <a:buChar char="❏"/>
              <a:defRPr sz="32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13" name="Google Shape;113;p4"/>
          <p:cNvSpPr txBox="1">
            <a:spLocks noGrp="1"/>
          </p:cNvSpPr>
          <p:nvPr>
            <p:ph type="sldNum" idx="12"/>
          </p:nvPr>
        </p:nvSpPr>
        <p:spPr>
          <a:xfrm>
            <a:off x="11639200" y="6312100"/>
            <a:ext cx="552800" cy="546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717359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5"/>
          <p:cNvGrpSpPr/>
          <p:nvPr/>
        </p:nvGrpSpPr>
        <p:grpSpPr>
          <a:xfrm flipH="1">
            <a:off x="5818365" y="-4283"/>
            <a:ext cx="6373635" cy="2821561"/>
            <a:chOff x="0" y="0"/>
            <a:chExt cx="5072935" cy="2245751"/>
          </a:xfrm>
        </p:grpSpPr>
        <p:pic>
          <p:nvPicPr>
            <p:cNvPr id="116" name="Google Shape;116;p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1693130"/>
              <a:ext cx="845548" cy="5526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" name="Google Shape;117;p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22766" y="1270348"/>
              <a:ext cx="845548" cy="55262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8" name="Google Shape;118;p5"/>
            <p:cNvGrpSpPr/>
            <p:nvPr/>
          </p:nvGrpSpPr>
          <p:grpSpPr>
            <a:xfrm>
              <a:off x="0" y="846565"/>
              <a:ext cx="3381962" cy="552621"/>
              <a:chOff x="0" y="0"/>
              <a:chExt cx="5487525" cy="896675"/>
            </a:xfrm>
          </p:grpSpPr>
          <p:pic>
            <p:nvPicPr>
              <p:cNvPr id="119" name="Google Shape;119;p5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0" name="Google Shape;120;p5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1" name="Google Shape;121;p5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22" name="Google Shape;122;p5"/>
            <p:cNvGrpSpPr/>
            <p:nvPr/>
          </p:nvGrpSpPr>
          <p:grpSpPr>
            <a:xfrm>
              <a:off x="422766" y="423783"/>
              <a:ext cx="4650168" cy="552621"/>
              <a:chOff x="0" y="0"/>
              <a:chExt cx="7545300" cy="896675"/>
            </a:xfrm>
          </p:grpSpPr>
          <p:pic>
            <p:nvPicPr>
              <p:cNvPr id="123" name="Google Shape;123;p5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4" name="Google Shape;124;p5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5" name="Google Shape;125;p5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6" name="Google Shape;126;p5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27" name="Google Shape;127;p5"/>
            <p:cNvGrpSpPr/>
            <p:nvPr/>
          </p:nvGrpSpPr>
          <p:grpSpPr>
            <a:xfrm>
              <a:off x="0" y="0"/>
              <a:ext cx="4650168" cy="552621"/>
              <a:chOff x="0" y="0"/>
              <a:chExt cx="7545300" cy="896675"/>
            </a:xfrm>
          </p:grpSpPr>
          <p:pic>
            <p:nvPicPr>
              <p:cNvPr id="128" name="Google Shape;128;p5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9" name="Google Shape;129;p5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0" name="Google Shape;130;p5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1" name="Google Shape;131;p5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32" name="Google Shape;132;p5"/>
          <p:cNvGrpSpPr/>
          <p:nvPr/>
        </p:nvGrpSpPr>
        <p:grpSpPr>
          <a:xfrm flipH="1">
            <a:off x="8" y="5270900"/>
            <a:ext cx="3186885" cy="1757937"/>
            <a:chOff x="6607482" y="3879952"/>
            <a:chExt cx="2536521" cy="1399186"/>
          </a:xfrm>
        </p:grpSpPr>
        <p:grpSp>
          <p:nvGrpSpPr>
            <p:cNvPr id="133" name="Google Shape;133;p5"/>
            <p:cNvGrpSpPr/>
            <p:nvPr/>
          </p:nvGrpSpPr>
          <p:grpSpPr>
            <a:xfrm>
              <a:off x="6607482" y="4726517"/>
              <a:ext cx="2113755" cy="552621"/>
              <a:chOff x="2057775" y="0"/>
              <a:chExt cx="3429750" cy="896675"/>
            </a:xfrm>
          </p:grpSpPr>
          <p:pic>
            <p:nvPicPr>
              <p:cNvPr id="134" name="Google Shape;134;p5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5" name="Google Shape;135;p5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36" name="Google Shape;136;p5"/>
            <p:cNvGrpSpPr/>
            <p:nvPr/>
          </p:nvGrpSpPr>
          <p:grpSpPr>
            <a:xfrm>
              <a:off x="7030248" y="4303735"/>
              <a:ext cx="2113755" cy="552621"/>
              <a:chOff x="2057775" y="0"/>
              <a:chExt cx="3429750" cy="896675"/>
            </a:xfrm>
          </p:grpSpPr>
          <p:pic>
            <p:nvPicPr>
              <p:cNvPr id="137" name="Google Shape;137;p5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8" name="Google Shape;138;p5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39" name="Google Shape;139;p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875688" y="3879952"/>
              <a:ext cx="845548" cy="5526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0" name="Google Shape;140;p5"/>
          <p:cNvSpPr txBox="1">
            <a:spLocks noGrp="1"/>
          </p:cNvSpPr>
          <p:nvPr>
            <p:ph type="title"/>
          </p:nvPr>
        </p:nvSpPr>
        <p:spPr>
          <a:xfrm>
            <a:off x="1035267" y="536933"/>
            <a:ext cx="4783200" cy="114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5"/>
          <p:cNvSpPr txBox="1">
            <a:spLocks noGrp="1"/>
          </p:cNvSpPr>
          <p:nvPr>
            <p:ph type="body" idx="1"/>
          </p:nvPr>
        </p:nvSpPr>
        <p:spPr>
          <a:xfrm>
            <a:off x="1035267" y="2032500"/>
            <a:ext cx="10121600" cy="391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SzPts val="2000"/>
              <a:buChar char="❑"/>
              <a:defRPr/>
            </a:lvl1pPr>
            <a:lvl2pPr marL="1219170" lvl="1" indent="-474121">
              <a:spcBef>
                <a:spcPts val="800"/>
              </a:spcBef>
              <a:spcAft>
                <a:spcPts val="0"/>
              </a:spcAft>
              <a:buSzPts val="2000"/>
              <a:buChar char="❏"/>
              <a:defRPr/>
            </a:lvl2pPr>
            <a:lvl3pPr marL="1828754" lvl="2" indent="-474121">
              <a:spcBef>
                <a:spcPts val="800"/>
              </a:spcBef>
              <a:spcAft>
                <a:spcPts val="0"/>
              </a:spcAft>
              <a:buSzPts val="2000"/>
              <a:buChar char="❏"/>
              <a:defRPr/>
            </a:lvl3pPr>
            <a:lvl4pPr marL="2438339" lvl="3" indent="-474121">
              <a:spcBef>
                <a:spcPts val="800"/>
              </a:spcBef>
              <a:spcAft>
                <a:spcPts val="0"/>
              </a:spcAft>
              <a:buSzPts val="2000"/>
              <a:buChar char="❏"/>
              <a:defRPr/>
            </a:lvl4pPr>
            <a:lvl5pPr marL="3047924" lvl="4" indent="-474121">
              <a:spcBef>
                <a:spcPts val="800"/>
              </a:spcBef>
              <a:spcAft>
                <a:spcPts val="0"/>
              </a:spcAft>
              <a:buSzPts val="2000"/>
              <a:buChar char="❏"/>
              <a:defRPr/>
            </a:lvl5pPr>
            <a:lvl6pPr marL="3657509" lvl="5" indent="-474121">
              <a:spcBef>
                <a:spcPts val="800"/>
              </a:spcBef>
              <a:spcAft>
                <a:spcPts val="0"/>
              </a:spcAft>
              <a:buSzPts val="2000"/>
              <a:buChar char="❏"/>
              <a:defRPr/>
            </a:lvl6pPr>
            <a:lvl7pPr marL="4267093" lvl="6" indent="-474121">
              <a:spcBef>
                <a:spcPts val="800"/>
              </a:spcBef>
              <a:spcAft>
                <a:spcPts val="0"/>
              </a:spcAft>
              <a:buSzPts val="2000"/>
              <a:buChar char="❏"/>
              <a:defRPr/>
            </a:lvl7pPr>
            <a:lvl8pPr marL="4876678" lvl="7" indent="-474121">
              <a:spcBef>
                <a:spcPts val="800"/>
              </a:spcBef>
              <a:spcAft>
                <a:spcPts val="0"/>
              </a:spcAft>
              <a:buSzPts val="2000"/>
              <a:buChar char="❏"/>
              <a:defRPr/>
            </a:lvl8pPr>
            <a:lvl9pPr marL="5486263" lvl="8" indent="-474121">
              <a:spcBef>
                <a:spcPts val="800"/>
              </a:spcBef>
              <a:spcAft>
                <a:spcPts val="0"/>
              </a:spcAft>
              <a:buSzPts val="2000"/>
              <a:buChar char="❏"/>
              <a:defRPr/>
            </a:lvl9pPr>
          </a:lstStyle>
          <a:p>
            <a:endParaRPr/>
          </a:p>
        </p:txBody>
      </p:sp>
      <p:sp>
        <p:nvSpPr>
          <p:cNvPr id="142" name="Google Shape;142;p5"/>
          <p:cNvSpPr txBox="1">
            <a:spLocks noGrp="1"/>
          </p:cNvSpPr>
          <p:nvPr>
            <p:ph type="sldNum" idx="12"/>
          </p:nvPr>
        </p:nvSpPr>
        <p:spPr>
          <a:xfrm>
            <a:off x="11639200" y="6312100"/>
            <a:ext cx="552800" cy="546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754723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6"/>
          <p:cNvGrpSpPr/>
          <p:nvPr/>
        </p:nvGrpSpPr>
        <p:grpSpPr>
          <a:xfrm flipH="1">
            <a:off x="5818365" y="-4283"/>
            <a:ext cx="6373635" cy="2821561"/>
            <a:chOff x="0" y="0"/>
            <a:chExt cx="5072935" cy="2245751"/>
          </a:xfrm>
        </p:grpSpPr>
        <p:pic>
          <p:nvPicPr>
            <p:cNvPr id="145" name="Google Shape;145;p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1693130"/>
              <a:ext cx="845548" cy="5526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" name="Google Shape;146;p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22766" y="1270348"/>
              <a:ext cx="845548" cy="55262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7" name="Google Shape;147;p6"/>
            <p:cNvGrpSpPr/>
            <p:nvPr/>
          </p:nvGrpSpPr>
          <p:grpSpPr>
            <a:xfrm>
              <a:off x="0" y="846565"/>
              <a:ext cx="3381962" cy="552621"/>
              <a:chOff x="0" y="0"/>
              <a:chExt cx="5487525" cy="896675"/>
            </a:xfrm>
          </p:grpSpPr>
          <p:pic>
            <p:nvPicPr>
              <p:cNvPr id="148" name="Google Shape;148;p6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9" name="Google Shape;149;p6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0" name="Google Shape;150;p6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51" name="Google Shape;151;p6"/>
            <p:cNvGrpSpPr/>
            <p:nvPr/>
          </p:nvGrpSpPr>
          <p:grpSpPr>
            <a:xfrm>
              <a:off x="422766" y="423783"/>
              <a:ext cx="4650168" cy="552621"/>
              <a:chOff x="0" y="0"/>
              <a:chExt cx="7545300" cy="896675"/>
            </a:xfrm>
          </p:grpSpPr>
          <p:pic>
            <p:nvPicPr>
              <p:cNvPr id="152" name="Google Shape;152;p6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3" name="Google Shape;153;p6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4" name="Google Shape;154;p6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5" name="Google Shape;155;p6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56" name="Google Shape;156;p6"/>
            <p:cNvGrpSpPr/>
            <p:nvPr/>
          </p:nvGrpSpPr>
          <p:grpSpPr>
            <a:xfrm>
              <a:off x="0" y="0"/>
              <a:ext cx="4650168" cy="552621"/>
              <a:chOff x="0" y="0"/>
              <a:chExt cx="7545300" cy="896675"/>
            </a:xfrm>
          </p:grpSpPr>
          <p:pic>
            <p:nvPicPr>
              <p:cNvPr id="157" name="Google Shape;157;p6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8" name="Google Shape;158;p6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9" name="Google Shape;159;p6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0" name="Google Shape;160;p6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61" name="Google Shape;161;p6"/>
          <p:cNvGrpSpPr/>
          <p:nvPr/>
        </p:nvGrpSpPr>
        <p:grpSpPr>
          <a:xfrm flipH="1">
            <a:off x="8" y="5270900"/>
            <a:ext cx="3186885" cy="1757937"/>
            <a:chOff x="6607482" y="3879952"/>
            <a:chExt cx="2536521" cy="1399186"/>
          </a:xfrm>
        </p:grpSpPr>
        <p:grpSp>
          <p:nvGrpSpPr>
            <p:cNvPr id="162" name="Google Shape;162;p6"/>
            <p:cNvGrpSpPr/>
            <p:nvPr/>
          </p:nvGrpSpPr>
          <p:grpSpPr>
            <a:xfrm>
              <a:off x="6607482" y="4726517"/>
              <a:ext cx="2113755" cy="552621"/>
              <a:chOff x="2057775" y="0"/>
              <a:chExt cx="3429750" cy="896675"/>
            </a:xfrm>
          </p:grpSpPr>
          <p:pic>
            <p:nvPicPr>
              <p:cNvPr id="163" name="Google Shape;163;p6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4" name="Google Shape;164;p6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5" name="Google Shape;165;p6"/>
            <p:cNvGrpSpPr/>
            <p:nvPr/>
          </p:nvGrpSpPr>
          <p:grpSpPr>
            <a:xfrm>
              <a:off x="7030248" y="4303735"/>
              <a:ext cx="2113755" cy="552621"/>
              <a:chOff x="2057775" y="0"/>
              <a:chExt cx="3429750" cy="896675"/>
            </a:xfrm>
          </p:grpSpPr>
          <p:pic>
            <p:nvPicPr>
              <p:cNvPr id="166" name="Google Shape;166;p6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7" name="Google Shape;167;p6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68" name="Google Shape;168;p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875688" y="3879952"/>
              <a:ext cx="845548" cy="5526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9" name="Google Shape;169;p6"/>
          <p:cNvSpPr txBox="1">
            <a:spLocks noGrp="1"/>
          </p:cNvSpPr>
          <p:nvPr>
            <p:ph type="title"/>
          </p:nvPr>
        </p:nvSpPr>
        <p:spPr>
          <a:xfrm>
            <a:off x="1035267" y="536933"/>
            <a:ext cx="4783200" cy="114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6"/>
          <p:cNvSpPr txBox="1">
            <a:spLocks noGrp="1"/>
          </p:cNvSpPr>
          <p:nvPr>
            <p:ph type="body" idx="1"/>
          </p:nvPr>
        </p:nvSpPr>
        <p:spPr>
          <a:xfrm>
            <a:off x="1035267" y="2032500"/>
            <a:ext cx="4783200" cy="410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SzPts val="2000"/>
              <a:buChar char="❑"/>
              <a:defRPr/>
            </a:lvl1pPr>
            <a:lvl2pPr marL="1219170" lvl="1" indent="-474121">
              <a:spcBef>
                <a:spcPts val="800"/>
              </a:spcBef>
              <a:spcAft>
                <a:spcPts val="0"/>
              </a:spcAft>
              <a:buSzPts val="2000"/>
              <a:buChar char="❏"/>
              <a:defRPr/>
            </a:lvl2pPr>
            <a:lvl3pPr marL="1828754" lvl="2" indent="-474121">
              <a:spcBef>
                <a:spcPts val="800"/>
              </a:spcBef>
              <a:spcAft>
                <a:spcPts val="0"/>
              </a:spcAft>
              <a:buSzPts val="2000"/>
              <a:buChar char="❏"/>
              <a:defRPr/>
            </a:lvl3pPr>
            <a:lvl4pPr marL="2438339" lvl="3" indent="-474121">
              <a:spcBef>
                <a:spcPts val="800"/>
              </a:spcBef>
              <a:spcAft>
                <a:spcPts val="0"/>
              </a:spcAft>
              <a:buSzPts val="2000"/>
              <a:buChar char="❏"/>
              <a:defRPr/>
            </a:lvl4pPr>
            <a:lvl5pPr marL="3047924" lvl="4" indent="-474121">
              <a:spcBef>
                <a:spcPts val="800"/>
              </a:spcBef>
              <a:spcAft>
                <a:spcPts val="0"/>
              </a:spcAft>
              <a:buSzPts val="2000"/>
              <a:buChar char="❏"/>
              <a:defRPr/>
            </a:lvl5pPr>
            <a:lvl6pPr marL="3657509" lvl="5" indent="-474121">
              <a:spcBef>
                <a:spcPts val="800"/>
              </a:spcBef>
              <a:spcAft>
                <a:spcPts val="0"/>
              </a:spcAft>
              <a:buSzPts val="2000"/>
              <a:buChar char="❏"/>
              <a:defRPr/>
            </a:lvl6pPr>
            <a:lvl7pPr marL="4267093" lvl="6" indent="-474121">
              <a:spcBef>
                <a:spcPts val="800"/>
              </a:spcBef>
              <a:spcAft>
                <a:spcPts val="0"/>
              </a:spcAft>
              <a:buSzPts val="2000"/>
              <a:buChar char="❏"/>
              <a:defRPr/>
            </a:lvl7pPr>
            <a:lvl8pPr marL="4876678" lvl="7" indent="-474121">
              <a:spcBef>
                <a:spcPts val="800"/>
              </a:spcBef>
              <a:spcAft>
                <a:spcPts val="0"/>
              </a:spcAft>
              <a:buSzPts val="2000"/>
              <a:buChar char="❏"/>
              <a:defRPr/>
            </a:lvl8pPr>
            <a:lvl9pPr marL="5486263" lvl="8" indent="-474121">
              <a:spcBef>
                <a:spcPts val="800"/>
              </a:spcBef>
              <a:spcAft>
                <a:spcPts val="0"/>
              </a:spcAft>
              <a:buSzPts val="2000"/>
              <a:buChar char="❏"/>
              <a:defRPr/>
            </a:lvl9pPr>
          </a:lstStyle>
          <a:p>
            <a:endParaRPr/>
          </a:p>
        </p:txBody>
      </p:sp>
      <p:sp>
        <p:nvSpPr>
          <p:cNvPr id="171" name="Google Shape;171;p6"/>
          <p:cNvSpPr txBox="1">
            <a:spLocks noGrp="1"/>
          </p:cNvSpPr>
          <p:nvPr>
            <p:ph type="body" idx="2"/>
          </p:nvPr>
        </p:nvSpPr>
        <p:spPr>
          <a:xfrm>
            <a:off x="6373533" y="2032500"/>
            <a:ext cx="4783200" cy="410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SzPts val="2000"/>
              <a:buChar char="❑"/>
              <a:defRPr/>
            </a:lvl1pPr>
            <a:lvl2pPr marL="1219170" lvl="1" indent="-474121">
              <a:spcBef>
                <a:spcPts val="800"/>
              </a:spcBef>
              <a:spcAft>
                <a:spcPts val="0"/>
              </a:spcAft>
              <a:buSzPts val="2000"/>
              <a:buChar char="❏"/>
              <a:defRPr/>
            </a:lvl2pPr>
            <a:lvl3pPr marL="1828754" lvl="2" indent="-474121">
              <a:spcBef>
                <a:spcPts val="800"/>
              </a:spcBef>
              <a:spcAft>
                <a:spcPts val="0"/>
              </a:spcAft>
              <a:buSzPts val="2000"/>
              <a:buChar char="❏"/>
              <a:defRPr/>
            </a:lvl3pPr>
            <a:lvl4pPr marL="2438339" lvl="3" indent="-474121">
              <a:spcBef>
                <a:spcPts val="800"/>
              </a:spcBef>
              <a:spcAft>
                <a:spcPts val="0"/>
              </a:spcAft>
              <a:buSzPts val="2000"/>
              <a:buChar char="❏"/>
              <a:defRPr/>
            </a:lvl4pPr>
            <a:lvl5pPr marL="3047924" lvl="4" indent="-474121">
              <a:spcBef>
                <a:spcPts val="800"/>
              </a:spcBef>
              <a:spcAft>
                <a:spcPts val="0"/>
              </a:spcAft>
              <a:buSzPts val="2000"/>
              <a:buChar char="❏"/>
              <a:defRPr/>
            </a:lvl5pPr>
            <a:lvl6pPr marL="3657509" lvl="5" indent="-474121">
              <a:spcBef>
                <a:spcPts val="800"/>
              </a:spcBef>
              <a:spcAft>
                <a:spcPts val="0"/>
              </a:spcAft>
              <a:buSzPts val="2000"/>
              <a:buChar char="❏"/>
              <a:defRPr/>
            </a:lvl6pPr>
            <a:lvl7pPr marL="4267093" lvl="6" indent="-474121">
              <a:spcBef>
                <a:spcPts val="800"/>
              </a:spcBef>
              <a:spcAft>
                <a:spcPts val="0"/>
              </a:spcAft>
              <a:buSzPts val="2000"/>
              <a:buChar char="❏"/>
              <a:defRPr/>
            </a:lvl7pPr>
            <a:lvl8pPr marL="4876678" lvl="7" indent="-474121">
              <a:spcBef>
                <a:spcPts val="800"/>
              </a:spcBef>
              <a:spcAft>
                <a:spcPts val="0"/>
              </a:spcAft>
              <a:buSzPts val="2000"/>
              <a:buChar char="❏"/>
              <a:defRPr/>
            </a:lvl8pPr>
            <a:lvl9pPr marL="5486263" lvl="8" indent="-474121">
              <a:spcBef>
                <a:spcPts val="800"/>
              </a:spcBef>
              <a:spcAft>
                <a:spcPts val="0"/>
              </a:spcAft>
              <a:buSzPts val="2000"/>
              <a:buChar char="❏"/>
              <a:defRPr/>
            </a:lvl9pPr>
          </a:lstStyle>
          <a:p>
            <a:endParaRPr/>
          </a:p>
        </p:txBody>
      </p:sp>
      <p:sp>
        <p:nvSpPr>
          <p:cNvPr id="172" name="Google Shape;172;p6"/>
          <p:cNvSpPr txBox="1">
            <a:spLocks noGrp="1"/>
          </p:cNvSpPr>
          <p:nvPr>
            <p:ph type="sldNum" idx="12"/>
          </p:nvPr>
        </p:nvSpPr>
        <p:spPr>
          <a:xfrm>
            <a:off x="11639200" y="6312100"/>
            <a:ext cx="552800" cy="546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468618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 + 3 columns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7"/>
          <p:cNvGrpSpPr/>
          <p:nvPr/>
        </p:nvGrpSpPr>
        <p:grpSpPr>
          <a:xfrm flipH="1">
            <a:off x="5818365" y="-4283"/>
            <a:ext cx="6373635" cy="2821561"/>
            <a:chOff x="0" y="0"/>
            <a:chExt cx="5072935" cy="2245751"/>
          </a:xfrm>
        </p:grpSpPr>
        <p:pic>
          <p:nvPicPr>
            <p:cNvPr id="175" name="Google Shape;175;p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1693130"/>
              <a:ext cx="845548" cy="5526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" name="Google Shape;176;p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22766" y="1270348"/>
              <a:ext cx="845548" cy="55262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77" name="Google Shape;177;p7"/>
            <p:cNvGrpSpPr/>
            <p:nvPr/>
          </p:nvGrpSpPr>
          <p:grpSpPr>
            <a:xfrm>
              <a:off x="0" y="846565"/>
              <a:ext cx="3381962" cy="552621"/>
              <a:chOff x="0" y="0"/>
              <a:chExt cx="5487525" cy="896675"/>
            </a:xfrm>
          </p:grpSpPr>
          <p:pic>
            <p:nvPicPr>
              <p:cNvPr id="178" name="Google Shape;178;p7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9" name="Google Shape;179;p7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0" name="Google Shape;180;p7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81" name="Google Shape;181;p7"/>
            <p:cNvGrpSpPr/>
            <p:nvPr/>
          </p:nvGrpSpPr>
          <p:grpSpPr>
            <a:xfrm>
              <a:off x="422766" y="423783"/>
              <a:ext cx="4650168" cy="552621"/>
              <a:chOff x="0" y="0"/>
              <a:chExt cx="7545300" cy="896675"/>
            </a:xfrm>
          </p:grpSpPr>
          <p:pic>
            <p:nvPicPr>
              <p:cNvPr id="182" name="Google Shape;182;p7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3" name="Google Shape;183;p7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4" name="Google Shape;184;p7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5" name="Google Shape;185;p7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86" name="Google Shape;186;p7"/>
            <p:cNvGrpSpPr/>
            <p:nvPr/>
          </p:nvGrpSpPr>
          <p:grpSpPr>
            <a:xfrm>
              <a:off x="0" y="0"/>
              <a:ext cx="4650168" cy="552621"/>
              <a:chOff x="0" y="0"/>
              <a:chExt cx="7545300" cy="896675"/>
            </a:xfrm>
          </p:grpSpPr>
          <p:pic>
            <p:nvPicPr>
              <p:cNvPr id="187" name="Google Shape;187;p7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8" name="Google Shape;188;p7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9" name="Google Shape;189;p7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0" name="Google Shape;190;p7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91" name="Google Shape;191;p7"/>
          <p:cNvGrpSpPr/>
          <p:nvPr/>
        </p:nvGrpSpPr>
        <p:grpSpPr>
          <a:xfrm flipH="1">
            <a:off x="8" y="5270900"/>
            <a:ext cx="3186885" cy="1757937"/>
            <a:chOff x="6607482" y="3879952"/>
            <a:chExt cx="2536521" cy="1399186"/>
          </a:xfrm>
        </p:grpSpPr>
        <p:grpSp>
          <p:nvGrpSpPr>
            <p:cNvPr id="192" name="Google Shape;192;p7"/>
            <p:cNvGrpSpPr/>
            <p:nvPr/>
          </p:nvGrpSpPr>
          <p:grpSpPr>
            <a:xfrm>
              <a:off x="6607482" y="4726517"/>
              <a:ext cx="2113755" cy="552621"/>
              <a:chOff x="2057775" y="0"/>
              <a:chExt cx="3429750" cy="896675"/>
            </a:xfrm>
          </p:grpSpPr>
          <p:pic>
            <p:nvPicPr>
              <p:cNvPr id="193" name="Google Shape;193;p7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4" name="Google Shape;194;p7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95" name="Google Shape;195;p7"/>
            <p:cNvGrpSpPr/>
            <p:nvPr/>
          </p:nvGrpSpPr>
          <p:grpSpPr>
            <a:xfrm>
              <a:off x="7030248" y="4303735"/>
              <a:ext cx="2113755" cy="552621"/>
              <a:chOff x="2057775" y="0"/>
              <a:chExt cx="3429750" cy="896675"/>
            </a:xfrm>
          </p:grpSpPr>
          <p:pic>
            <p:nvPicPr>
              <p:cNvPr id="196" name="Google Shape;196;p7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7" name="Google Shape;197;p7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98" name="Google Shape;198;p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875688" y="3879952"/>
              <a:ext cx="845548" cy="5526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9" name="Google Shape;199;p7"/>
          <p:cNvSpPr txBox="1">
            <a:spLocks noGrp="1"/>
          </p:cNvSpPr>
          <p:nvPr>
            <p:ph type="title"/>
          </p:nvPr>
        </p:nvSpPr>
        <p:spPr>
          <a:xfrm>
            <a:off x="1035267" y="536933"/>
            <a:ext cx="4783200" cy="114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7"/>
          <p:cNvSpPr txBox="1">
            <a:spLocks noGrp="1"/>
          </p:cNvSpPr>
          <p:nvPr>
            <p:ph type="body" idx="1"/>
          </p:nvPr>
        </p:nvSpPr>
        <p:spPr>
          <a:xfrm>
            <a:off x="1035267" y="2032500"/>
            <a:ext cx="3103600" cy="410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Char char="❑"/>
              <a:defRPr sz="2133"/>
            </a:lvl1pPr>
            <a:lvl2pPr marL="1219170" lvl="1" indent="-440256" rtl="0">
              <a:spcBef>
                <a:spcPts val="800"/>
              </a:spcBef>
              <a:spcAft>
                <a:spcPts val="0"/>
              </a:spcAft>
              <a:buSzPts val="1600"/>
              <a:buChar char="❏"/>
              <a:defRPr sz="2133"/>
            </a:lvl2pPr>
            <a:lvl3pPr marL="1828754" lvl="2" indent="-440256" rtl="0">
              <a:spcBef>
                <a:spcPts val="800"/>
              </a:spcBef>
              <a:spcAft>
                <a:spcPts val="0"/>
              </a:spcAft>
              <a:buSzPts val="1600"/>
              <a:buChar char="❏"/>
              <a:defRPr sz="2133"/>
            </a:lvl3pPr>
            <a:lvl4pPr marL="2438339" lvl="3" indent="-440256" rtl="0">
              <a:spcBef>
                <a:spcPts val="800"/>
              </a:spcBef>
              <a:spcAft>
                <a:spcPts val="0"/>
              </a:spcAft>
              <a:buSzPts val="1600"/>
              <a:buChar char="❏"/>
              <a:defRPr sz="2133"/>
            </a:lvl4pPr>
            <a:lvl5pPr marL="3047924" lvl="4" indent="-440256" rtl="0">
              <a:spcBef>
                <a:spcPts val="800"/>
              </a:spcBef>
              <a:spcAft>
                <a:spcPts val="0"/>
              </a:spcAft>
              <a:buSzPts val="1600"/>
              <a:buChar char="❏"/>
              <a:defRPr sz="2133"/>
            </a:lvl5pPr>
            <a:lvl6pPr marL="3657509" lvl="5" indent="-440256" rtl="0">
              <a:spcBef>
                <a:spcPts val="800"/>
              </a:spcBef>
              <a:spcAft>
                <a:spcPts val="0"/>
              </a:spcAft>
              <a:buSzPts val="1600"/>
              <a:buChar char="❏"/>
              <a:defRPr sz="2133"/>
            </a:lvl6pPr>
            <a:lvl7pPr marL="4267093" lvl="6" indent="-440256" rtl="0">
              <a:spcBef>
                <a:spcPts val="800"/>
              </a:spcBef>
              <a:spcAft>
                <a:spcPts val="0"/>
              </a:spcAft>
              <a:buSzPts val="1600"/>
              <a:buChar char="❏"/>
              <a:defRPr sz="2133"/>
            </a:lvl7pPr>
            <a:lvl8pPr marL="4876678" lvl="7" indent="-440256" rtl="0">
              <a:spcBef>
                <a:spcPts val="800"/>
              </a:spcBef>
              <a:spcAft>
                <a:spcPts val="0"/>
              </a:spcAft>
              <a:buSzPts val="1600"/>
              <a:buChar char="❏"/>
              <a:defRPr sz="2133"/>
            </a:lvl8pPr>
            <a:lvl9pPr marL="5486263" lvl="8" indent="-440256" rtl="0">
              <a:spcBef>
                <a:spcPts val="800"/>
              </a:spcBef>
              <a:spcAft>
                <a:spcPts val="0"/>
              </a:spcAft>
              <a:buSzPts val="1600"/>
              <a:buChar char="❏"/>
              <a:defRPr sz="2133"/>
            </a:lvl9pPr>
          </a:lstStyle>
          <a:p>
            <a:endParaRPr/>
          </a:p>
        </p:txBody>
      </p:sp>
      <p:sp>
        <p:nvSpPr>
          <p:cNvPr id="201" name="Google Shape;201;p7"/>
          <p:cNvSpPr txBox="1">
            <a:spLocks noGrp="1"/>
          </p:cNvSpPr>
          <p:nvPr>
            <p:ph type="body" idx="2"/>
          </p:nvPr>
        </p:nvSpPr>
        <p:spPr>
          <a:xfrm>
            <a:off x="4501416" y="2032500"/>
            <a:ext cx="3103600" cy="410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Char char="❑"/>
              <a:defRPr sz="2133"/>
            </a:lvl1pPr>
            <a:lvl2pPr marL="1219170" lvl="1" indent="-440256" rtl="0">
              <a:spcBef>
                <a:spcPts val="800"/>
              </a:spcBef>
              <a:spcAft>
                <a:spcPts val="0"/>
              </a:spcAft>
              <a:buSzPts val="1600"/>
              <a:buChar char="❏"/>
              <a:defRPr sz="2133"/>
            </a:lvl2pPr>
            <a:lvl3pPr marL="1828754" lvl="2" indent="-440256" rtl="0">
              <a:spcBef>
                <a:spcPts val="800"/>
              </a:spcBef>
              <a:spcAft>
                <a:spcPts val="0"/>
              </a:spcAft>
              <a:buSzPts val="1600"/>
              <a:buChar char="❏"/>
              <a:defRPr sz="2133"/>
            </a:lvl3pPr>
            <a:lvl4pPr marL="2438339" lvl="3" indent="-440256" rtl="0">
              <a:spcBef>
                <a:spcPts val="800"/>
              </a:spcBef>
              <a:spcAft>
                <a:spcPts val="0"/>
              </a:spcAft>
              <a:buSzPts val="1600"/>
              <a:buChar char="❏"/>
              <a:defRPr sz="2133"/>
            </a:lvl4pPr>
            <a:lvl5pPr marL="3047924" lvl="4" indent="-440256" rtl="0">
              <a:spcBef>
                <a:spcPts val="800"/>
              </a:spcBef>
              <a:spcAft>
                <a:spcPts val="0"/>
              </a:spcAft>
              <a:buSzPts val="1600"/>
              <a:buChar char="❏"/>
              <a:defRPr sz="2133"/>
            </a:lvl5pPr>
            <a:lvl6pPr marL="3657509" lvl="5" indent="-440256" rtl="0">
              <a:spcBef>
                <a:spcPts val="800"/>
              </a:spcBef>
              <a:spcAft>
                <a:spcPts val="0"/>
              </a:spcAft>
              <a:buSzPts val="1600"/>
              <a:buChar char="❏"/>
              <a:defRPr sz="2133"/>
            </a:lvl6pPr>
            <a:lvl7pPr marL="4267093" lvl="6" indent="-440256" rtl="0">
              <a:spcBef>
                <a:spcPts val="800"/>
              </a:spcBef>
              <a:spcAft>
                <a:spcPts val="0"/>
              </a:spcAft>
              <a:buSzPts val="1600"/>
              <a:buChar char="❏"/>
              <a:defRPr sz="2133"/>
            </a:lvl7pPr>
            <a:lvl8pPr marL="4876678" lvl="7" indent="-440256" rtl="0">
              <a:spcBef>
                <a:spcPts val="800"/>
              </a:spcBef>
              <a:spcAft>
                <a:spcPts val="0"/>
              </a:spcAft>
              <a:buSzPts val="1600"/>
              <a:buChar char="❏"/>
              <a:defRPr sz="2133"/>
            </a:lvl8pPr>
            <a:lvl9pPr marL="5486263" lvl="8" indent="-440256" rtl="0">
              <a:spcBef>
                <a:spcPts val="800"/>
              </a:spcBef>
              <a:spcAft>
                <a:spcPts val="0"/>
              </a:spcAft>
              <a:buSzPts val="1600"/>
              <a:buChar char="❏"/>
              <a:defRPr sz="2133"/>
            </a:lvl9pPr>
          </a:lstStyle>
          <a:p>
            <a:endParaRPr/>
          </a:p>
        </p:txBody>
      </p:sp>
      <p:sp>
        <p:nvSpPr>
          <p:cNvPr id="202" name="Google Shape;202;p7"/>
          <p:cNvSpPr txBox="1">
            <a:spLocks noGrp="1"/>
          </p:cNvSpPr>
          <p:nvPr>
            <p:ph type="body" idx="3"/>
          </p:nvPr>
        </p:nvSpPr>
        <p:spPr>
          <a:xfrm>
            <a:off x="7967565" y="2032500"/>
            <a:ext cx="3103600" cy="410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Char char="❑"/>
              <a:defRPr sz="2133"/>
            </a:lvl1pPr>
            <a:lvl2pPr marL="1219170" lvl="1" indent="-440256" rtl="0">
              <a:spcBef>
                <a:spcPts val="800"/>
              </a:spcBef>
              <a:spcAft>
                <a:spcPts val="0"/>
              </a:spcAft>
              <a:buSzPts val="1600"/>
              <a:buChar char="❏"/>
              <a:defRPr sz="2133"/>
            </a:lvl2pPr>
            <a:lvl3pPr marL="1828754" lvl="2" indent="-440256" rtl="0">
              <a:spcBef>
                <a:spcPts val="800"/>
              </a:spcBef>
              <a:spcAft>
                <a:spcPts val="0"/>
              </a:spcAft>
              <a:buSzPts val="1600"/>
              <a:buChar char="❏"/>
              <a:defRPr sz="2133"/>
            </a:lvl3pPr>
            <a:lvl4pPr marL="2438339" lvl="3" indent="-440256" rtl="0">
              <a:spcBef>
                <a:spcPts val="800"/>
              </a:spcBef>
              <a:spcAft>
                <a:spcPts val="0"/>
              </a:spcAft>
              <a:buSzPts val="1600"/>
              <a:buChar char="❏"/>
              <a:defRPr sz="2133"/>
            </a:lvl4pPr>
            <a:lvl5pPr marL="3047924" lvl="4" indent="-440256" rtl="0">
              <a:spcBef>
                <a:spcPts val="800"/>
              </a:spcBef>
              <a:spcAft>
                <a:spcPts val="0"/>
              </a:spcAft>
              <a:buSzPts val="1600"/>
              <a:buChar char="❏"/>
              <a:defRPr sz="2133"/>
            </a:lvl5pPr>
            <a:lvl6pPr marL="3657509" lvl="5" indent="-440256" rtl="0">
              <a:spcBef>
                <a:spcPts val="800"/>
              </a:spcBef>
              <a:spcAft>
                <a:spcPts val="0"/>
              </a:spcAft>
              <a:buSzPts val="1600"/>
              <a:buChar char="❏"/>
              <a:defRPr sz="2133"/>
            </a:lvl6pPr>
            <a:lvl7pPr marL="4267093" lvl="6" indent="-440256" rtl="0">
              <a:spcBef>
                <a:spcPts val="800"/>
              </a:spcBef>
              <a:spcAft>
                <a:spcPts val="0"/>
              </a:spcAft>
              <a:buSzPts val="1600"/>
              <a:buChar char="❏"/>
              <a:defRPr sz="2133"/>
            </a:lvl7pPr>
            <a:lvl8pPr marL="4876678" lvl="7" indent="-440256" rtl="0">
              <a:spcBef>
                <a:spcPts val="800"/>
              </a:spcBef>
              <a:spcAft>
                <a:spcPts val="0"/>
              </a:spcAft>
              <a:buSzPts val="1600"/>
              <a:buChar char="❏"/>
              <a:defRPr sz="2133"/>
            </a:lvl8pPr>
            <a:lvl9pPr marL="5486263" lvl="8" indent="-440256" rtl="0">
              <a:spcBef>
                <a:spcPts val="800"/>
              </a:spcBef>
              <a:spcAft>
                <a:spcPts val="0"/>
              </a:spcAft>
              <a:buSzPts val="1600"/>
              <a:buChar char="❏"/>
              <a:defRPr sz="2133"/>
            </a:lvl9pPr>
          </a:lstStyle>
          <a:p>
            <a:endParaRPr/>
          </a:p>
        </p:txBody>
      </p:sp>
      <p:sp>
        <p:nvSpPr>
          <p:cNvPr id="203" name="Google Shape;203;p7"/>
          <p:cNvSpPr txBox="1">
            <a:spLocks noGrp="1"/>
          </p:cNvSpPr>
          <p:nvPr>
            <p:ph type="sldNum" idx="12"/>
          </p:nvPr>
        </p:nvSpPr>
        <p:spPr>
          <a:xfrm>
            <a:off x="11639200" y="6312100"/>
            <a:ext cx="552800" cy="546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645993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8"/>
          <p:cNvGrpSpPr/>
          <p:nvPr/>
        </p:nvGrpSpPr>
        <p:grpSpPr>
          <a:xfrm flipH="1">
            <a:off x="5818365" y="-4283"/>
            <a:ext cx="6373635" cy="2821561"/>
            <a:chOff x="0" y="0"/>
            <a:chExt cx="5072935" cy="2245751"/>
          </a:xfrm>
        </p:grpSpPr>
        <p:pic>
          <p:nvPicPr>
            <p:cNvPr id="206" name="Google Shape;206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1693130"/>
              <a:ext cx="845548" cy="5526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" name="Google Shape;207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22766" y="1270348"/>
              <a:ext cx="845548" cy="55262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8" name="Google Shape;208;p8"/>
            <p:cNvGrpSpPr/>
            <p:nvPr/>
          </p:nvGrpSpPr>
          <p:grpSpPr>
            <a:xfrm>
              <a:off x="0" y="846565"/>
              <a:ext cx="3381962" cy="552621"/>
              <a:chOff x="0" y="0"/>
              <a:chExt cx="5487525" cy="896675"/>
            </a:xfrm>
          </p:grpSpPr>
          <p:pic>
            <p:nvPicPr>
              <p:cNvPr id="209" name="Google Shape;209;p8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0" name="Google Shape;210;p8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1" name="Google Shape;211;p8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12" name="Google Shape;212;p8"/>
            <p:cNvGrpSpPr/>
            <p:nvPr/>
          </p:nvGrpSpPr>
          <p:grpSpPr>
            <a:xfrm>
              <a:off x="422766" y="423783"/>
              <a:ext cx="4650168" cy="552621"/>
              <a:chOff x="0" y="0"/>
              <a:chExt cx="7545300" cy="896675"/>
            </a:xfrm>
          </p:grpSpPr>
          <p:pic>
            <p:nvPicPr>
              <p:cNvPr id="213" name="Google Shape;213;p8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4" name="Google Shape;214;p8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5" name="Google Shape;215;p8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6" name="Google Shape;216;p8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17" name="Google Shape;217;p8"/>
            <p:cNvGrpSpPr/>
            <p:nvPr/>
          </p:nvGrpSpPr>
          <p:grpSpPr>
            <a:xfrm>
              <a:off x="0" y="0"/>
              <a:ext cx="4650168" cy="552621"/>
              <a:chOff x="0" y="0"/>
              <a:chExt cx="7545300" cy="896675"/>
            </a:xfrm>
          </p:grpSpPr>
          <p:pic>
            <p:nvPicPr>
              <p:cNvPr id="218" name="Google Shape;218;p8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9" name="Google Shape;219;p8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0" name="Google Shape;220;p8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1" name="Google Shape;221;p8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22" name="Google Shape;222;p8"/>
          <p:cNvGrpSpPr/>
          <p:nvPr/>
        </p:nvGrpSpPr>
        <p:grpSpPr>
          <a:xfrm flipH="1">
            <a:off x="8" y="5270900"/>
            <a:ext cx="3186885" cy="1757937"/>
            <a:chOff x="6607482" y="3879952"/>
            <a:chExt cx="2536521" cy="1399186"/>
          </a:xfrm>
        </p:grpSpPr>
        <p:grpSp>
          <p:nvGrpSpPr>
            <p:cNvPr id="223" name="Google Shape;223;p8"/>
            <p:cNvGrpSpPr/>
            <p:nvPr/>
          </p:nvGrpSpPr>
          <p:grpSpPr>
            <a:xfrm>
              <a:off x="6607482" y="4726517"/>
              <a:ext cx="2113755" cy="552621"/>
              <a:chOff x="2057775" y="0"/>
              <a:chExt cx="3429750" cy="896675"/>
            </a:xfrm>
          </p:grpSpPr>
          <p:pic>
            <p:nvPicPr>
              <p:cNvPr id="224" name="Google Shape;224;p8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5" name="Google Shape;225;p8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26" name="Google Shape;226;p8"/>
            <p:cNvGrpSpPr/>
            <p:nvPr/>
          </p:nvGrpSpPr>
          <p:grpSpPr>
            <a:xfrm>
              <a:off x="7030248" y="4303735"/>
              <a:ext cx="2113755" cy="552621"/>
              <a:chOff x="2057775" y="0"/>
              <a:chExt cx="3429750" cy="896675"/>
            </a:xfrm>
          </p:grpSpPr>
          <p:pic>
            <p:nvPicPr>
              <p:cNvPr id="227" name="Google Shape;227;p8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8" name="Google Shape;228;p8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29" name="Google Shape;229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875688" y="3879952"/>
              <a:ext cx="845548" cy="5526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0" name="Google Shape;230;p8"/>
          <p:cNvSpPr txBox="1">
            <a:spLocks noGrp="1"/>
          </p:cNvSpPr>
          <p:nvPr>
            <p:ph type="title"/>
          </p:nvPr>
        </p:nvSpPr>
        <p:spPr>
          <a:xfrm>
            <a:off x="1035267" y="536933"/>
            <a:ext cx="4783200" cy="114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8"/>
          <p:cNvSpPr txBox="1">
            <a:spLocks noGrp="1"/>
          </p:cNvSpPr>
          <p:nvPr>
            <p:ph type="sldNum" idx="12"/>
          </p:nvPr>
        </p:nvSpPr>
        <p:spPr>
          <a:xfrm>
            <a:off x="11639200" y="6312100"/>
            <a:ext cx="552800" cy="546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117187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oogle Shape;233;p9"/>
          <p:cNvGrpSpPr/>
          <p:nvPr/>
        </p:nvGrpSpPr>
        <p:grpSpPr>
          <a:xfrm flipH="1">
            <a:off x="5818365" y="-4283"/>
            <a:ext cx="6373635" cy="2821561"/>
            <a:chOff x="0" y="0"/>
            <a:chExt cx="5072935" cy="2245751"/>
          </a:xfrm>
        </p:grpSpPr>
        <p:pic>
          <p:nvPicPr>
            <p:cNvPr id="234" name="Google Shape;234;p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1693130"/>
              <a:ext cx="845548" cy="5526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5" name="Google Shape;235;p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22766" y="1270348"/>
              <a:ext cx="845548" cy="55262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36" name="Google Shape;236;p9"/>
            <p:cNvGrpSpPr/>
            <p:nvPr/>
          </p:nvGrpSpPr>
          <p:grpSpPr>
            <a:xfrm>
              <a:off x="0" y="846565"/>
              <a:ext cx="3381962" cy="552621"/>
              <a:chOff x="0" y="0"/>
              <a:chExt cx="5487525" cy="896675"/>
            </a:xfrm>
          </p:grpSpPr>
          <p:pic>
            <p:nvPicPr>
              <p:cNvPr id="237" name="Google Shape;237;p9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8" name="Google Shape;238;p9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9" name="Google Shape;239;p9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40" name="Google Shape;240;p9"/>
            <p:cNvGrpSpPr/>
            <p:nvPr/>
          </p:nvGrpSpPr>
          <p:grpSpPr>
            <a:xfrm>
              <a:off x="422766" y="423783"/>
              <a:ext cx="4650168" cy="552621"/>
              <a:chOff x="0" y="0"/>
              <a:chExt cx="7545300" cy="896675"/>
            </a:xfrm>
          </p:grpSpPr>
          <p:pic>
            <p:nvPicPr>
              <p:cNvPr id="241" name="Google Shape;241;p9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2" name="Google Shape;242;p9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3" name="Google Shape;243;p9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4" name="Google Shape;244;p9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45" name="Google Shape;245;p9"/>
            <p:cNvGrpSpPr/>
            <p:nvPr/>
          </p:nvGrpSpPr>
          <p:grpSpPr>
            <a:xfrm>
              <a:off x="0" y="0"/>
              <a:ext cx="4650168" cy="552621"/>
              <a:chOff x="0" y="0"/>
              <a:chExt cx="7545300" cy="896675"/>
            </a:xfrm>
          </p:grpSpPr>
          <p:pic>
            <p:nvPicPr>
              <p:cNvPr id="246" name="Google Shape;246;p9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7" name="Google Shape;247;p9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8" name="Google Shape;248;p9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9" name="Google Shape;249;p9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50" name="Google Shape;250;p9"/>
          <p:cNvGrpSpPr/>
          <p:nvPr/>
        </p:nvGrpSpPr>
        <p:grpSpPr>
          <a:xfrm flipH="1">
            <a:off x="8" y="5270900"/>
            <a:ext cx="3186885" cy="1757937"/>
            <a:chOff x="6607482" y="3879952"/>
            <a:chExt cx="2536521" cy="1399186"/>
          </a:xfrm>
        </p:grpSpPr>
        <p:grpSp>
          <p:nvGrpSpPr>
            <p:cNvPr id="251" name="Google Shape;251;p9"/>
            <p:cNvGrpSpPr/>
            <p:nvPr/>
          </p:nvGrpSpPr>
          <p:grpSpPr>
            <a:xfrm>
              <a:off x="6607482" y="4726517"/>
              <a:ext cx="2113755" cy="552621"/>
              <a:chOff x="2057775" y="0"/>
              <a:chExt cx="3429750" cy="896675"/>
            </a:xfrm>
          </p:grpSpPr>
          <p:pic>
            <p:nvPicPr>
              <p:cNvPr id="252" name="Google Shape;252;p9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3" name="Google Shape;253;p9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54" name="Google Shape;254;p9"/>
            <p:cNvGrpSpPr/>
            <p:nvPr/>
          </p:nvGrpSpPr>
          <p:grpSpPr>
            <a:xfrm>
              <a:off x="7030248" y="4303735"/>
              <a:ext cx="2113755" cy="552621"/>
              <a:chOff x="2057775" y="0"/>
              <a:chExt cx="3429750" cy="896675"/>
            </a:xfrm>
          </p:grpSpPr>
          <p:pic>
            <p:nvPicPr>
              <p:cNvPr id="255" name="Google Shape;255;p9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6" name="Google Shape;256;p9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57" name="Google Shape;257;p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875688" y="3879952"/>
              <a:ext cx="845548" cy="5526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8" name="Google Shape;258;p9"/>
          <p:cNvSpPr txBox="1">
            <a:spLocks noGrp="1"/>
          </p:cNvSpPr>
          <p:nvPr>
            <p:ph type="body" idx="1"/>
          </p:nvPr>
        </p:nvSpPr>
        <p:spPr>
          <a:xfrm>
            <a:off x="1717433" y="5260239"/>
            <a:ext cx="8645200" cy="69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>
              <a:spcBef>
                <a:spcPts val="480"/>
              </a:spcBef>
              <a:spcAft>
                <a:spcPts val="0"/>
              </a:spcAft>
              <a:buSzPts val="1800"/>
              <a:buNone/>
              <a:defRPr sz="2400"/>
            </a:lvl1pPr>
          </a:lstStyle>
          <a:p>
            <a:endParaRPr/>
          </a:p>
        </p:txBody>
      </p:sp>
      <p:sp>
        <p:nvSpPr>
          <p:cNvPr id="259" name="Google Shape;259;p9"/>
          <p:cNvSpPr txBox="1">
            <a:spLocks noGrp="1"/>
          </p:cNvSpPr>
          <p:nvPr>
            <p:ph type="sldNum" idx="12"/>
          </p:nvPr>
        </p:nvSpPr>
        <p:spPr>
          <a:xfrm>
            <a:off x="11639200" y="6312100"/>
            <a:ext cx="552800" cy="546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787735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1"/>
          <p:cNvSpPr txBox="1">
            <a:spLocks noGrp="1"/>
          </p:cNvSpPr>
          <p:nvPr>
            <p:ph type="sldNum" idx="12"/>
          </p:nvPr>
        </p:nvSpPr>
        <p:spPr>
          <a:xfrm>
            <a:off x="11639200" y="6312100"/>
            <a:ext cx="552800" cy="546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grpSp>
        <p:nvGrpSpPr>
          <p:cNvPr id="281" name="Google Shape;281;p11"/>
          <p:cNvGrpSpPr/>
          <p:nvPr/>
        </p:nvGrpSpPr>
        <p:grpSpPr>
          <a:xfrm>
            <a:off x="-5" y="3657584"/>
            <a:ext cx="4248808" cy="3365507"/>
            <a:chOff x="4364071" y="-3213"/>
            <a:chExt cx="3186606" cy="2524130"/>
          </a:xfrm>
        </p:grpSpPr>
        <p:grpSp>
          <p:nvGrpSpPr>
            <p:cNvPr id="282" name="Google Shape;282;p11"/>
            <p:cNvGrpSpPr/>
            <p:nvPr/>
          </p:nvGrpSpPr>
          <p:grpSpPr>
            <a:xfrm flipH="1">
              <a:off x="4364072" y="2000218"/>
              <a:ext cx="3186606" cy="520699"/>
              <a:chOff x="2057775" y="0"/>
              <a:chExt cx="5487525" cy="896675"/>
            </a:xfrm>
          </p:grpSpPr>
          <p:pic>
            <p:nvPicPr>
              <p:cNvPr id="283" name="Google Shape;283;p11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4" name="Google Shape;284;p11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5" name="Google Shape;285;p11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86" name="Google Shape;286;p11"/>
            <p:cNvGrpSpPr/>
            <p:nvPr/>
          </p:nvGrpSpPr>
          <p:grpSpPr>
            <a:xfrm flipH="1">
              <a:off x="4762444" y="1600887"/>
              <a:ext cx="1991656" cy="520699"/>
              <a:chOff x="4115550" y="0"/>
              <a:chExt cx="3429750" cy="896675"/>
            </a:xfrm>
          </p:grpSpPr>
          <p:pic>
            <p:nvPicPr>
              <p:cNvPr id="287" name="Google Shape;287;p11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8" name="Google Shape;288;p11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89" name="Google Shape;289;p11"/>
            <p:cNvGrpSpPr/>
            <p:nvPr/>
          </p:nvGrpSpPr>
          <p:grpSpPr>
            <a:xfrm flipH="1">
              <a:off x="4364072" y="1198193"/>
              <a:ext cx="1991656" cy="520699"/>
              <a:chOff x="4115550" y="0"/>
              <a:chExt cx="3429750" cy="896675"/>
            </a:xfrm>
          </p:grpSpPr>
          <p:pic>
            <p:nvPicPr>
              <p:cNvPr id="290" name="Google Shape;290;p11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1" name="Google Shape;291;p11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92" name="Google Shape;292;p1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4762444" y="798862"/>
              <a:ext cx="796706" cy="5206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3" name="Google Shape;293;p1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4364071" y="396118"/>
              <a:ext cx="796706" cy="5206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4" name="Google Shape;294;p1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4762444" y="-3213"/>
              <a:ext cx="796706" cy="5206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5" name="Google Shape;295;p11"/>
          <p:cNvGrpSpPr/>
          <p:nvPr/>
        </p:nvGrpSpPr>
        <p:grpSpPr>
          <a:xfrm>
            <a:off x="7943192" y="-4283"/>
            <a:ext cx="4248808" cy="2833065"/>
            <a:chOff x="5957394" y="-3213"/>
            <a:chExt cx="3186606" cy="2124799"/>
          </a:xfrm>
        </p:grpSpPr>
        <p:grpSp>
          <p:nvGrpSpPr>
            <p:cNvPr id="296" name="Google Shape;296;p11"/>
            <p:cNvGrpSpPr/>
            <p:nvPr/>
          </p:nvGrpSpPr>
          <p:grpSpPr>
            <a:xfrm flipH="1">
              <a:off x="5957394" y="-3213"/>
              <a:ext cx="3186606" cy="520699"/>
              <a:chOff x="0" y="0"/>
              <a:chExt cx="5487525" cy="896675"/>
            </a:xfrm>
          </p:grpSpPr>
          <p:pic>
            <p:nvPicPr>
              <p:cNvPr id="297" name="Google Shape;297;p11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8" name="Google Shape;298;p11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9" name="Google Shape;299;p11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00" name="Google Shape;300;p11"/>
            <p:cNvGrpSpPr/>
            <p:nvPr/>
          </p:nvGrpSpPr>
          <p:grpSpPr>
            <a:xfrm flipH="1">
              <a:off x="6753972" y="396118"/>
              <a:ext cx="1991656" cy="520699"/>
              <a:chOff x="0" y="0"/>
              <a:chExt cx="3429750" cy="896675"/>
            </a:xfrm>
          </p:grpSpPr>
          <p:pic>
            <p:nvPicPr>
              <p:cNvPr id="301" name="Google Shape;301;p11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2" name="Google Shape;302;p11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03" name="Google Shape;303;p1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8347294" y="1600887"/>
              <a:ext cx="796706" cy="52069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4" name="Google Shape;304;p11"/>
            <p:cNvGrpSpPr/>
            <p:nvPr/>
          </p:nvGrpSpPr>
          <p:grpSpPr>
            <a:xfrm flipH="1">
              <a:off x="7152344" y="798862"/>
              <a:ext cx="1991656" cy="520699"/>
              <a:chOff x="0" y="0"/>
              <a:chExt cx="3429750" cy="896675"/>
            </a:xfrm>
          </p:grpSpPr>
          <p:pic>
            <p:nvPicPr>
              <p:cNvPr id="305" name="Google Shape;305;p11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6" name="Google Shape;306;p11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7923338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782DD-FD0A-4AE4-A678-801AE15664FC}" type="datetimeFigureOut">
              <a:rPr lang="en-PK" smtClean="0"/>
              <a:t>11/12/2019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08F8F43B-4460-4CAB-AE5B-CCF32834E1B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086628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flipH="1">
            <a:off x="1216968" y="0"/>
            <a:ext cx="10975033" cy="5775400"/>
            <a:chOff x="0" y="0"/>
            <a:chExt cx="8231275" cy="4331550"/>
          </a:xfrm>
        </p:grpSpPr>
        <p:pic>
          <p:nvPicPr>
            <p:cNvPr id="11" name="Google Shape;11;p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85975" y="3434875"/>
              <a:ext cx="1371975" cy="8966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" name="Google Shape;12;p2"/>
            <p:cNvGrpSpPr/>
            <p:nvPr/>
          </p:nvGrpSpPr>
          <p:grpSpPr>
            <a:xfrm>
              <a:off x="0" y="2747250"/>
              <a:ext cx="3429750" cy="896675"/>
              <a:chOff x="0" y="0"/>
              <a:chExt cx="3429750" cy="896675"/>
            </a:xfrm>
          </p:grpSpPr>
          <p:pic>
            <p:nvPicPr>
              <p:cNvPr id="13" name="Google Shape;13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" name="Google Shape;14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5" name="Google Shape;15;p2"/>
            <p:cNvGrpSpPr/>
            <p:nvPr/>
          </p:nvGrpSpPr>
          <p:grpSpPr>
            <a:xfrm>
              <a:off x="685975" y="2061250"/>
              <a:ext cx="3429750" cy="896675"/>
              <a:chOff x="0" y="0"/>
              <a:chExt cx="3429750" cy="896675"/>
            </a:xfrm>
          </p:grpSpPr>
          <p:pic>
            <p:nvPicPr>
              <p:cNvPr id="16" name="Google Shape;16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" name="Google Shape;17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8" name="Google Shape;18;p2"/>
            <p:cNvGrpSpPr/>
            <p:nvPr/>
          </p:nvGrpSpPr>
          <p:grpSpPr>
            <a:xfrm>
              <a:off x="0" y="1373625"/>
              <a:ext cx="3429750" cy="896675"/>
              <a:chOff x="0" y="0"/>
              <a:chExt cx="3429750" cy="896675"/>
            </a:xfrm>
          </p:grpSpPr>
          <p:pic>
            <p:nvPicPr>
              <p:cNvPr id="19" name="Google Shape;19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" name="Google Shape;20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1" name="Google Shape;21;p2"/>
            <p:cNvGrpSpPr/>
            <p:nvPr/>
          </p:nvGrpSpPr>
          <p:grpSpPr>
            <a:xfrm>
              <a:off x="685975" y="687625"/>
              <a:ext cx="7545300" cy="896675"/>
              <a:chOff x="0" y="0"/>
              <a:chExt cx="7545300" cy="896675"/>
            </a:xfrm>
          </p:grpSpPr>
          <p:pic>
            <p:nvPicPr>
              <p:cNvPr id="22" name="Google Shape;22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" name="Google Shape;23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" name="Google Shape;24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" name="Google Shape;25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6" name="Google Shape;26;p2"/>
            <p:cNvGrpSpPr/>
            <p:nvPr/>
          </p:nvGrpSpPr>
          <p:grpSpPr>
            <a:xfrm>
              <a:off x="0" y="0"/>
              <a:ext cx="7545300" cy="896675"/>
              <a:chOff x="0" y="0"/>
              <a:chExt cx="7545300" cy="896675"/>
            </a:xfrm>
          </p:grpSpPr>
          <p:pic>
            <p:nvPicPr>
              <p:cNvPr id="27" name="Google Shape;27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" name="Google Shape;28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" name="Google Shape;29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" name="Google Shape;30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31" name="Google Shape;31;p2"/>
          <p:cNvSpPr txBox="1">
            <a:spLocks noGrp="1"/>
          </p:cNvSpPr>
          <p:nvPr>
            <p:ph type="ctrTitle"/>
          </p:nvPr>
        </p:nvSpPr>
        <p:spPr>
          <a:xfrm>
            <a:off x="2703496" y="2604420"/>
            <a:ext cx="6764400" cy="154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grpSp>
        <p:nvGrpSpPr>
          <p:cNvPr id="32" name="Google Shape;32;p2"/>
          <p:cNvGrpSpPr/>
          <p:nvPr/>
        </p:nvGrpSpPr>
        <p:grpSpPr>
          <a:xfrm flipH="1">
            <a:off x="1" y="4117464"/>
            <a:ext cx="5487633" cy="3027067"/>
            <a:chOff x="4115550" y="2061250"/>
            <a:chExt cx="4115725" cy="2270300"/>
          </a:xfrm>
        </p:grpSpPr>
        <p:grpSp>
          <p:nvGrpSpPr>
            <p:cNvPr id="33" name="Google Shape;33;p2"/>
            <p:cNvGrpSpPr/>
            <p:nvPr/>
          </p:nvGrpSpPr>
          <p:grpSpPr>
            <a:xfrm>
              <a:off x="4801525" y="3434875"/>
              <a:ext cx="3429750" cy="896675"/>
              <a:chOff x="4115550" y="0"/>
              <a:chExt cx="3429750" cy="896675"/>
            </a:xfrm>
          </p:grpSpPr>
          <p:pic>
            <p:nvPicPr>
              <p:cNvPr id="34" name="Google Shape;34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5" name="Google Shape;35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6" name="Google Shape;36;p2"/>
            <p:cNvGrpSpPr/>
            <p:nvPr/>
          </p:nvGrpSpPr>
          <p:grpSpPr>
            <a:xfrm>
              <a:off x="4115550" y="2747250"/>
              <a:ext cx="3429750" cy="896675"/>
              <a:chOff x="4115550" y="0"/>
              <a:chExt cx="3429750" cy="896675"/>
            </a:xfrm>
          </p:grpSpPr>
          <p:pic>
            <p:nvPicPr>
              <p:cNvPr id="37" name="Google Shape;37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8" name="Google Shape;38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9" name="Google Shape;39;p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859300" y="2061250"/>
              <a:ext cx="1371975" cy="896675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10866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oogle Shape;41;p3"/>
          <p:cNvGrpSpPr/>
          <p:nvPr/>
        </p:nvGrpSpPr>
        <p:grpSpPr>
          <a:xfrm flipH="1">
            <a:off x="1216968" y="0"/>
            <a:ext cx="10975033" cy="5775400"/>
            <a:chOff x="0" y="0"/>
            <a:chExt cx="8231275" cy="4331550"/>
          </a:xfrm>
        </p:grpSpPr>
        <p:pic>
          <p:nvPicPr>
            <p:cNvPr id="42" name="Google Shape;42;p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85975" y="3434875"/>
              <a:ext cx="1371975" cy="8966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3" name="Google Shape;43;p3"/>
            <p:cNvGrpSpPr/>
            <p:nvPr/>
          </p:nvGrpSpPr>
          <p:grpSpPr>
            <a:xfrm>
              <a:off x="0" y="2747250"/>
              <a:ext cx="3429750" cy="896675"/>
              <a:chOff x="0" y="0"/>
              <a:chExt cx="3429750" cy="896675"/>
            </a:xfrm>
          </p:grpSpPr>
          <p:pic>
            <p:nvPicPr>
              <p:cNvPr id="44" name="Google Shape;44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5" name="Google Shape;45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6" name="Google Shape;46;p3"/>
            <p:cNvGrpSpPr/>
            <p:nvPr/>
          </p:nvGrpSpPr>
          <p:grpSpPr>
            <a:xfrm>
              <a:off x="685975" y="2061250"/>
              <a:ext cx="3429750" cy="896675"/>
              <a:chOff x="0" y="0"/>
              <a:chExt cx="3429750" cy="896675"/>
            </a:xfrm>
          </p:grpSpPr>
          <p:pic>
            <p:nvPicPr>
              <p:cNvPr id="47" name="Google Shape;47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8" name="Google Shape;48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9" name="Google Shape;49;p3"/>
            <p:cNvGrpSpPr/>
            <p:nvPr/>
          </p:nvGrpSpPr>
          <p:grpSpPr>
            <a:xfrm>
              <a:off x="0" y="1373625"/>
              <a:ext cx="3429750" cy="896675"/>
              <a:chOff x="0" y="0"/>
              <a:chExt cx="3429750" cy="896675"/>
            </a:xfrm>
          </p:grpSpPr>
          <p:pic>
            <p:nvPicPr>
              <p:cNvPr id="50" name="Google Shape;50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1" name="Google Shape;51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2" name="Google Shape;52;p3"/>
            <p:cNvGrpSpPr/>
            <p:nvPr/>
          </p:nvGrpSpPr>
          <p:grpSpPr>
            <a:xfrm>
              <a:off x="685975" y="687625"/>
              <a:ext cx="7545300" cy="896675"/>
              <a:chOff x="0" y="0"/>
              <a:chExt cx="7545300" cy="896675"/>
            </a:xfrm>
          </p:grpSpPr>
          <p:pic>
            <p:nvPicPr>
              <p:cNvPr id="53" name="Google Shape;53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4" name="Google Shape;54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5" name="Google Shape;55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6" name="Google Shape;56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7" name="Google Shape;57;p3"/>
            <p:cNvGrpSpPr/>
            <p:nvPr/>
          </p:nvGrpSpPr>
          <p:grpSpPr>
            <a:xfrm>
              <a:off x="0" y="0"/>
              <a:ext cx="7545300" cy="896675"/>
              <a:chOff x="0" y="0"/>
              <a:chExt cx="7545300" cy="896675"/>
            </a:xfrm>
          </p:grpSpPr>
          <p:pic>
            <p:nvPicPr>
              <p:cNvPr id="58" name="Google Shape;58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9" name="Google Shape;59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0" name="Google Shape;60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1" name="Google Shape;61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62" name="Google Shape;62;p3"/>
          <p:cNvGrpSpPr/>
          <p:nvPr/>
        </p:nvGrpSpPr>
        <p:grpSpPr>
          <a:xfrm flipH="1">
            <a:off x="1" y="4117464"/>
            <a:ext cx="5487633" cy="3027067"/>
            <a:chOff x="4115550" y="2061250"/>
            <a:chExt cx="4115725" cy="2270300"/>
          </a:xfrm>
        </p:grpSpPr>
        <p:grpSp>
          <p:nvGrpSpPr>
            <p:cNvPr id="63" name="Google Shape;63;p3"/>
            <p:cNvGrpSpPr/>
            <p:nvPr/>
          </p:nvGrpSpPr>
          <p:grpSpPr>
            <a:xfrm>
              <a:off x="4801525" y="3434875"/>
              <a:ext cx="3429750" cy="896675"/>
              <a:chOff x="4115550" y="0"/>
              <a:chExt cx="3429750" cy="896675"/>
            </a:xfrm>
          </p:grpSpPr>
          <p:pic>
            <p:nvPicPr>
              <p:cNvPr id="64" name="Google Shape;64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5" name="Google Shape;65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6" name="Google Shape;66;p3"/>
            <p:cNvGrpSpPr/>
            <p:nvPr/>
          </p:nvGrpSpPr>
          <p:grpSpPr>
            <a:xfrm>
              <a:off x="4115550" y="2747250"/>
              <a:ext cx="3429750" cy="896675"/>
              <a:chOff x="4115550" y="0"/>
              <a:chExt cx="3429750" cy="896675"/>
            </a:xfrm>
          </p:grpSpPr>
          <p:pic>
            <p:nvPicPr>
              <p:cNvPr id="67" name="Google Shape;67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8" name="Google Shape;68;p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69" name="Google Shape;69;p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859300" y="2061250"/>
              <a:ext cx="1371975" cy="89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0" name="Google Shape;70;p3"/>
          <p:cNvSpPr txBox="1">
            <a:spLocks noGrp="1"/>
          </p:cNvSpPr>
          <p:nvPr>
            <p:ph type="ctrTitle"/>
          </p:nvPr>
        </p:nvSpPr>
        <p:spPr>
          <a:xfrm>
            <a:off x="2703500" y="2172529"/>
            <a:ext cx="6784800" cy="154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endParaRPr/>
          </a:p>
        </p:txBody>
      </p:sp>
      <p:sp>
        <p:nvSpPr>
          <p:cNvPr id="71" name="Google Shape;71;p3"/>
          <p:cNvSpPr txBox="1">
            <a:spLocks noGrp="1"/>
          </p:cNvSpPr>
          <p:nvPr>
            <p:ph type="subTitle" idx="1"/>
          </p:nvPr>
        </p:nvSpPr>
        <p:spPr>
          <a:xfrm>
            <a:off x="2703500" y="3848135"/>
            <a:ext cx="6784800" cy="104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40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40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40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40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40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40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40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40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8301188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oogle Shape;73;p4"/>
          <p:cNvGrpSpPr/>
          <p:nvPr/>
        </p:nvGrpSpPr>
        <p:grpSpPr>
          <a:xfrm>
            <a:off x="5818365" y="-4284"/>
            <a:ext cx="6373635" cy="3365507"/>
            <a:chOff x="4363774" y="-3213"/>
            <a:chExt cx="4780226" cy="2524130"/>
          </a:xfrm>
        </p:grpSpPr>
        <p:pic>
          <p:nvPicPr>
            <p:cNvPr id="74" name="Google Shape;74;p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7948921" y="2000218"/>
              <a:ext cx="796706" cy="52069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5" name="Google Shape;75;p4"/>
            <p:cNvGrpSpPr/>
            <p:nvPr/>
          </p:nvGrpSpPr>
          <p:grpSpPr>
            <a:xfrm flipH="1">
              <a:off x="7152344" y="1600887"/>
              <a:ext cx="1991656" cy="520699"/>
              <a:chOff x="0" y="0"/>
              <a:chExt cx="3429750" cy="896675"/>
            </a:xfrm>
          </p:grpSpPr>
          <p:pic>
            <p:nvPicPr>
              <p:cNvPr id="76" name="Google Shape;76;p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7" name="Google Shape;77;p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78" name="Google Shape;78;p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7948921" y="1198193"/>
              <a:ext cx="796706" cy="52069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9" name="Google Shape;79;p4"/>
            <p:cNvGrpSpPr/>
            <p:nvPr/>
          </p:nvGrpSpPr>
          <p:grpSpPr>
            <a:xfrm flipH="1">
              <a:off x="5957394" y="798862"/>
              <a:ext cx="3186606" cy="520699"/>
              <a:chOff x="0" y="0"/>
              <a:chExt cx="5487525" cy="896675"/>
            </a:xfrm>
          </p:grpSpPr>
          <p:pic>
            <p:nvPicPr>
              <p:cNvPr id="80" name="Google Shape;80;p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1" name="Google Shape;81;p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2" name="Google Shape;82;p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3" name="Google Shape;83;p4"/>
            <p:cNvGrpSpPr/>
            <p:nvPr/>
          </p:nvGrpSpPr>
          <p:grpSpPr>
            <a:xfrm flipH="1">
              <a:off x="4363774" y="396118"/>
              <a:ext cx="4381854" cy="520735"/>
              <a:chOff x="0" y="0"/>
              <a:chExt cx="7545300" cy="896675"/>
            </a:xfrm>
          </p:grpSpPr>
          <p:pic>
            <p:nvPicPr>
              <p:cNvPr id="84" name="Google Shape;84;p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5" name="Google Shape;85;p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6" name="Google Shape;86;p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7" name="Google Shape;87;p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8" name="Google Shape;88;p4"/>
            <p:cNvGrpSpPr/>
            <p:nvPr/>
          </p:nvGrpSpPr>
          <p:grpSpPr>
            <a:xfrm flipH="1">
              <a:off x="4762146" y="-3213"/>
              <a:ext cx="4381854" cy="520735"/>
              <a:chOff x="0" y="0"/>
              <a:chExt cx="7545300" cy="896675"/>
            </a:xfrm>
          </p:grpSpPr>
          <p:pic>
            <p:nvPicPr>
              <p:cNvPr id="89" name="Google Shape;89;p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0" name="Google Shape;90;p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1" name="Google Shape;91;p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2" name="Google Shape;92;p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93" name="Google Shape;93;p4"/>
          <p:cNvGrpSpPr/>
          <p:nvPr/>
        </p:nvGrpSpPr>
        <p:grpSpPr>
          <a:xfrm>
            <a:off x="-4" y="3657584"/>
            <a:ext cx="5842075" cy="3365507"/>
            <a:chOff x="4364072" y="-3213"/>
            <a:chExt cx="4381556" cy="2524130"/>
          </a:xfrm>
        </p:grpSpPr>
        <p:grpSp>
          <p:nvGrpSpPr>
            <p:cNvPr id="94" name="Google Shape;94;p4"/>
            <p:cNvGrpSpPr/>
            <p:nvPr/>
          </p:nvGrpSpPr>
          <p:grpSpPr>
            <a:xfrm flipH="1">
              <a:off x="4364072" y="2000218"/>
              <a:ext cx="4381556" cy="520699"/>
              <a:chOff x="0" y="0"/>
              <a:chExt cx="7545300" cy="896675"/>
            </a:xfrm>
          </p:grpSpPr>
          <p:pic>
            <p:nvPicPr>
              <p:cNvPr id="95" name="Google Shape;95;p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6" name="Google Shape;96;p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7" name="Google Shape;97;p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8" name="Google Shape;98;p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9" name="Google Shape;99;p4"/>
            <p:cNvGrpSpPr/>
            <p:nvPr/>
          </p:nvGrpSpPr>
          <p:grpSpPr>
            <a:xfrm flipH="1">
              <a:off x="4762444" y="1600887"/>
              <a:ext cx="3186606" cy="520699"/>
              <a:chOff x="2057775" y="0"/>
              <a:chExt cx="5487525" cy="896675"/>
            </a:xfrm>
          </p:grpSpPr>
          <p:pic>
            <p:nvPicPr>
              <p:cNvPr id="100" name="Google Shape;100;p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1" name="Google Shape;101;p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2" name="Google Shape;102;p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3" name="Google Shape;103;p4"/>
            <p:cNvGrpSpPr/>
            <p:nvPr/>
          </p:nvGrpSpPr>
          <p:grpSpPr>
            <a:xfrm flipH="1">
              <a:off x="4364072" y="1198193"/>
              <a:ext cx="3186606" cy="520699"/>
              <a:chOff x="2057775" y="0"/>
              <a:chExt cx="5487525" cy="896675"/>
            </a:xfrm>
          </p:grpSpPr>
          <p:pic>
            <p:nvPicPr>
              <p:cNvPr id="104" name="Google Shape;104;p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5" name="Google Shape;105;p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6" name="Google Shape;106;p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07" name="Google Shape;107;p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4762444" y="798862"/>
              <a:ext cx="796706" cy="52069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8" name="Google Shape;108;p4"/>
            <p:cNvGrpSpPr/>
            <p:nvPr/>
          </p:nvGrpSpPr>
          <p:grpSpPr>
            <a:xfrm flipH="1">
              <a:off x="4364072" y="396118"/>
              <a:ext cx="1991656" cy="520699"/>
              <a:chOff x="4115550" y="0"/>
              <a:chExt cx="3429750" cy="896675"/>
            </a:xfrm>
          </p:grpSpPr>
          <p:pic>
            <p:nvPicPr>
              <p:cNvPr id="109" name="Google Shape;109;p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0" name="Google Shape;110;p4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11" name="Google Shape;111;p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4762444" y="-3213"/>
              <a:ext cx="796706" cy="5206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2" name="Google Shape;112;p4"/>
          <p:cNvSpPr txBox="1">
            <a:spLocks noGrp="1"/>
          </p:cNvSpPr>
          <p:nvPr>
            <p:ph type="body" idx="1"/>
          </p:nvPr>
        </p:nvSpPr>
        <p:spPr>
          <a:xfrm>
            <a:off x="3316867" y="1624033"/>
            <a:ext cx="5558400" cy="361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507987" algn="ctr" rtl="0">
              <a:spcBef>
                <a:spcPts val="800"/>
              </a:spcBef>
              <a:spcAft>
                <a:spcPts val="0"/>
              </a:spcAft>
              <a:buSzPts val="2400"/>
              <a:buFont typeface="Montserrat"/>
              <a:buChar char="❑"/>
              <a:defRPr sz="3200" b="1">
                <a:latin typeface="Montserrat"/>
                <a:ea typeface="Montserrat"/>
                <a:cs typeface="Montserrat"/>
                <a:sym typeface="Montserrat"/>
              </a:defRPr>
            </a:lvl1pPr>
            <a:lvl2pPr marL="1219170" lvl="1" indent="-507987" algn="ctr" rtl="0">
              <a:spcBef>
                <a:spcPts val="800"/>
              </a:spcBef>
              <a:spcAft>
                <a:spcPts val="0"/>
              </a:spcAft>
              <a:buSzPts val="2400"/>
              <a:buFont typeface="Montserrat"/>
              <a:buChar char="❏"/>
              <a:defRPr sz="3200" b="1">
                <a:latin typeface="Montserrat"/>
                <a:ea typeface="Montserrat"/>
                <a:cs typeface="Montserrat"/>
                <a:sym typeface="Montserrat"/>
              </a:defRPr>
            </a:lvl2pPr>
            <a:lvl3pPr marL="1828754" lvl="2" indent="-507987" algn="ctr" rtl="0">
              <a:spcBef>
                <a:spcPts val="800"/>
              </a:spcBef>
              <a:spcAft>
                <a:spcPts val="0"/>
              </a:spcAft>
              <a:buSzPts val="2400"/>
              <a:buFont typeface="Montserrat"/>
              <a:buChar char="❏"/>
              <a:defRPr sz="3200" b="1">
                <a:latin typeface="Montserrat"/>
                <a:ea typeface="Montserrat"/>
                <a:cs typeface="Montserrat"/>
                <a:sym typeface="Montserrat"/>
              </a:defRPr>
            </a:lvl3pPr>
            <a:lvl4pPr marL="2438339" lvl="3" indent="-507987" algn="ctr" rtl="0">
              <a:spcBef>
                <a:spcPts val="800"/>
              </a:spcBef>
              <a:spcAft>
                <a:spcPts val="0"/>
              </a:spcAft>
              <a:buSzPts val="2400"/>
              <a:buFont typeface="Montserrat"/>
              <a:buChar char="❏"/>
              <a:defRPr sz="3200" b="1">
                <a:latin typeface="Montserrat"/>
                <a:ea typeface="Montserrat"/>
                <a:cs typeface="Montserrat"/>
                <a:sym typeface="Montserrat"/>
              </a:defRPr>
            </a:lvl4pPr>
            <a:lvl5pPr marL="3047924" lvl="4" indent="-507987" algn="ctr" rtl="0">
              <a:spcBef>
                <a:spcPts val="800"/>
              </a:spcBef>
              <a:spcAft>
                <a:spcPts val="0"/>
              </a:spcAft>
              <a:buSzPts val="2400"/>
              <a:buFont typeface="Montserrat"/>
              <a:buChar char="❏"/>
              <a:defRPr sz="3200" b="1">
                <a:latin typeface="Montserrat"/>
                <a:ea typeface="Montserrat"/>
                <a:cs typeface="Montserrat"/>
                <a:sym typeface="Montserrat"/>
              </a:defRPr>
            </a:lvl5pPr>
            <a:lvl6pPr marL="3657509" lvl="5" indent="-507987" algn="ctr" rtl="0">
              <a:spcBef>
                <a:spcPts val="800"/>
              </a:spcBef>
              <a:spcAft>
                <a:spcPts val="0"/>
              </a:spcAft>
              <a:buSzPts val="2400"/>
              <a:buFont typeface="Montserrat"/>
              <a:buChar char="❏"/>
              <a:defRPr sz="3200" b="1">
                <a:latin typeface="Montserrat"/>
                <a:ea typeface="Montserrat"/>
                <a:cs typeface="Montserrat"/>
                <a:sym typeface="Montserrat"/>
              </a:defRPr>
            </a:lvl6pPr>
            <a:lvl7pPr marL="4267093" lvl="6" indent="-507987" algn="ctr" rtl="0">
              <a:spcBef>
                <a:spcPts val="800"/>
              </a:spcBef>
              <a:spcAft>
                <a:spcPts val="0"/>
              </a:spcAft>
              <a:buSzPts val="2400"/>
              <a:buFont typeface="Montserrat"/>
              <a:buChar char="❏"/>
              <a:defRPr sz="3200" b="1">
                <a:latin typeface="Montserrat"/>
                <a:ea typeface="Montserrat"/>
                <a:cs typeface="Montserrat"/>
                <a:sym typeface="Montserrat"/>
              </a:defRPr>
            </a:lvl7pPr>
            <a:lvl8pPr marL="4876678" lvl="7" indent="-507987" algn="ctr" rtl="0">
              <a:spcBef>
                <a:spcPts val="800"/>
              </a:spcBef>
              <a:spcAft>
                <a:spcPts val="0"/>
              </a:spcAft>
              <a:buSzPts val="2400"/>
              <a:buFont typeface="Montserrat"/>
              <a:buChar char="❏"/>
              <a:defRPr sz="3200" b="1">
                <a:latin typeface="Montserrat"/>
                <a:ea typeface="Montserrat"/>
                <a:cs typeface="Montserrat"/>
                <a:sym typeface="Montserrat"/>
              </a:defRPr>
            </a:lvl8pPr>
            <a:lvl9pPr marL="5486263" lvl="8" indent="-507987" algn="ctr">
              <a:spcBef>
                <a:spcPts val="800"/>
              </a:spcBef>
              <a:spcAft>
                <a:spcPts val="0"/>
              </a:spcAft>
              <a:buSzPts val="2400"/>
              <a:buFont typeface="Montserrat"/>
              <a:buChar char="❏"/>
              <a:defRPr sz="32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13" name="Google Shape;113;p4"/>
          <p:cNvSpPr txBox="1">
            <a:spLocks noGrp="1"/>
          </p:cNvSpPr>
          <p:nvPr>
            <p:ph type="sldNum" idx="12"/>
          </p:nvPr>
        </p:nvSpPr>
        <p:spPr>
          <a:xfrm>
            <a:off x="11639200" y="6312100"/>
            <a:ext cx="552800" cy="546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637863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5"/>
          <p:cNvGrpSpPr/>
          <p:nvPr/>
        </p:nvGrpSpPr>
        <p:grpSpPr>
          <a:xfrm flipH="1">
            <a:off x="5818365" y="-4283"/>
            <a:ext cx="6373635" cy="2821561"/>
            <a:chOff x="0" y="0"/>
            <a:chExt cx="5072935" cy="2245751"/>
          </a:xfrm>
        </p:grpSpPr>
        <p:pic>
          <p:nvPicPr>
            <p:cNvPr id="116" name="Google Shape;116;p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1693130"/>
              <a:ext cx="845548" cy="5526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" name="Google Shape;117;p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22766" y="1270348"/>
              <a:ext cx="845548" cy="55262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8" name="Google Shape;118;p5"/>
            <p:cNvGrpSpPr/>
            <p:nvPr/>
          </p:nvGrpSpPr>
          <p:grpSpPr>
            <a:xfrm>
              <a:off x="0" y="846565"/>
              <a:ext cx="3381962" cy="552621"/>
              <a:chOff x="0" y="0"/>
              <a:chExt cx="5487525" cy="896675"/>
            </a:xfrm>
          </p:grpSpPr>
          <p:pic>
            <p:nvPicPr>
              <p:cNvPr id="119" name="Google Shape;119;p5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0" name="Google Shape;120;p5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1" name="Google Shape;121;p5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22" name="Google Shape;122;p5"/>
            <p:cNvGrpSpPr/>
            <p:nvPr/>
          </p:nvGrpSpPr>
          <p:grpSpPr>
            <a:xfrm>
              <a:off x="422766" y="423783"/>
              <a:ext cx="4650168" cy="552621"/>
              <a:chOff x="0" y="0"/>
              <a:chExt cx="7545300" cy="896675"/>
            </a:xfrm>
          </p:grpSpPr>
          <p:pic>
            <p:nvPicPr>
              <p:cNvPr id="123" name="Google Shape;123;p5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4" name="Google Shape;124;p5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5" name="Google Shape;125;p5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6" name="Google Shape;126;p5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27" name="Google Shape;127;p5"/>
            <p:cNvGrpSpPr/>
            <p:nvPr/>
          </p:nvGrpSpPr>
          <p:grpSpPr>
            <a:xfrm>
              <a:off x="0" y="0"/>
              <a:ext cx="4650168" cy="552621"/>
              <a:chOff x="0" y="0"/>
              <a:chExt cx="7545300" cy="896675"/>
            </a:xfrm>
          </p:grpSpPr>
          <p:pic>
            <p:nvPicPr>
              <p:cNvPr id="128" name="Google Shape;128;p5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9" name="Google Shape;129;p5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0" name="Google Shape;130;p5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1" name="Google Shape;131;p5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32" name="Google Shape;132;p5"/>
          <p:cNvGrpSpPr/>
          <p:nvPr/>
        </p:nvGrpSpPr>
        <p:grpSpPr>
          <a:xfrm flipH="1">
            <a:off x="8" y="5270900"/>
            <a:ext cx="3186885" cy="1757937"/>
            <a:chOff x="6607482" y="3879952"/>
            <a:chExt cx="2536521" cy="1399186"/>
          </a:xfrm>
        </p:grpSpPr>
        <p:grpSp>
          <p:nvGrpSpPr>
            <p:cNvPr id="133" name="Google Shape;133;p5"/>
            <p:cNvGrpSpPr/>
            <p:nvPr/>
          </p:nvGrpSpPr>
          <p:grpSpPr>
            <a:xfrm>
              <a:off x="6607482" y="4726517"/>
              <a:ext cx="2113755" cy="552621"/>
              <a:chOff x="2057775" y="0"/>
              <a:chExt cx="3429750" cy="896675"/>
            </a:xfrm>
          </p:grpSpPr>
          <p:pic>
            <p:nvPicPr>
              <p:cNvPr id="134" name="Google Shape;134;p5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5" name="Google Shape;135;p5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36" name="Google Shape;136;p5"/>
            <p:cNvGrpSpPr/>
            <p:nvPr/>
          </p:nvGrpSpPr>
          <p:grpSpPr>
            <a:xfrm>
              <a:off x="7030248" y="4303735"/>
              <a:ext cx="2113755" cy="552621"/>
              <a:chOff x="2057775" y="0"/>
              <a:chExt cx="3429750" cy="896675"/>
            </a:xfrm>
          </p:grpSpPr>
          <p:pic>
            <p:nvPicPr>
              <p:cNvPr id="137" name="Google Shape;137;p5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8" name="Google Shape;138;p5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39" name="Google Shape;139;p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875688" y="3879952"/>
              <a:ext cx="845548" cy="5526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0" name="Google Shape;140;p5"/>
          <p:cNvSpPr txBox="1">
            <a:spLocks noGrp="1"/>
          </p:cNvSpPr>
          <p:nvPr>
            <p:ph type="title"/>
          </p:nvPr>
        </p:nvSpPr>
        <p:spPr>
          <a:xfrm>
            <a:off x="1035267" y="536933"/>
            <a:ext cx="4783200" cy="114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5"/>
          <p:cNvSpPr txBox="1">
            <a:spLocks noGrp="1"/>
          </p:cNvSpPr>
          <p:nvPr>
            <p:ph type="body" idx="1"/>
          </p:nvPr>
        </p:nvSpPr>
        <p:spPr>
          <a:xfrm>
            <a:off x="1035267" y="2032500"/>
            <a:ext cx="10121600" cy="391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SzPts val="2000"/>
              <a:buChar char="❑"/>
              <a:defRPr/>
            </a:lvl1pPr>
            <a:lvl2pPr marL="1219170" lvl="1" indent="-474121">
              <a:spcBef>
                <a:spcPts val="800"/>
              </a:spcBef>
              <a:spcAft>
                <a:spcPts val="0"/>
              </a:spcAft>
              <a:buSzPts val="2000"/>
              <a:buChar char="❏"/>
              <a:defRPr/>
            </a:lvl2pPr>
            <a:lvl3pPr marL="1828754" lvl="2" indent="-474121">
              <a:spcBef>
                <a:spcPts val="800"/>
              </a:spcBef>
              <a:spcAft>
                <a:spcPts val="0"/>
              </a:spcAft>
              <a:buSzPts val="2000"/>
              <a:buChar char="❏"/>
              <a:defRPr/>
            </a:lvl3pPr>
            <a:lvl4pPr marL="2438339" lvl="3" indent="-474121">
              <a:spcBef>
                <a:spcPts val="800"/>
              </a:spcBef>
              <a:spcAft>
                <a:spcPts val="0"/>
              </a:spcAft>
              <a:buSzPts val="2000"/>
              <a:buChar char="❏"/>
              <a:defRPr/>
            </a:lvl4pPr>
            <a:lvl5pPr marL="3047924" lvl="4" indent="-474121">
              <a:spcBef>
                <a:spcPts val="800"/>
              </a:spcBef>
              <a:spcAft>
                <a:spcPts val="0"/>
              </a:spcAft>
              <a:buSzPts val="2000"/>
              <a:buChar char="❏"/>
              <a:defRPr/>
            </a:lvl5pPr>
            <a:lvl6pPr marL="3657509" lvl="5" indent="-474121">
              <a:spcBef>
                <a:spcPts val="800"/>
              </a:spcBef>
              <a:spcAft>
                <a:spcPts val="0"/>
              </a:spcAft>
              <a:buSzPts val="2000"/>
              <a:buChar char="❏"/>
              <a:defRPr/>
            </a:lvl6pPr>
            <a:lvl7pPr marL="4267093" lvl="6" indent="-474121">
              <a:spcBef>
                <a:spcPts val="800"/>
              </a:spcBef>
              <a:spcAft>
                <a:spcPts val="0"/>
              </a:spcAft>
              <a:buSzPts val="2000"/>
              <a:buChar char="❏"/>
              <a:defRPr/>
            </a:lvl7pPr>
            <a:lvl8pPr marL="4876678" lvl="7" indent="-474121">
              <a:spcBef>
                <a:spcPts val="800"/>
              </a:spcBef>
              <a:spcAft>
                <a:spcPts val="0"/>
              </a:spcAft>
              <a:buSzPts val="2000"/>
              <a:buChar char="❏"/>
              <a:defRPr/>
            </a:lvl8pPr>
            <a:lvl9pPr marL="5486263" lvl="8" indent="-474121">
              <a:spcBef>
                <a:spcPts val="800"/>
              </a:spcBef>
              <a:spcAft>
                <a:spcPts val="0"/>
              </a:spcAft>
              <a:buSzPts val="2000"/>
              <a:buChar char="❏"/>
              <a:defRPr/>
            </a:lvl9pPr>
          </a:lstStyle>
          <a:p>
            <a:endParaRPr/>
          </a:p>
        </p:txBody>
      </p:sp>
      <p:sp>
        <p:nvSpPr>
          <p:cNvPr id="142" name="Google Shape;142;p5"/>
          <p:cNvSpPr txBox="1">
            <a:spLocks noGrp="1"/>
          </p:cNvSpPr>
          <p:nvPr>
            <p:ph type="sldNum" idx="12"/>
          </p:nvPr>
        </p:nvSpPr>
        <p:spPr>
          <a:xfrm>
            <a:off x="11639200" y="6312100"/>
            <a:ext cx="552800" cy="546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4842248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6"/>
          <p:cNvGrpSpPr/>
          <p:nvPr/>
        </p:nvGrpSpPr>
        <p:grpSpPr>
          <a:xfrm flipH="1">
            <a:off x="5818365" y="-4283"/>
            <a:ext cx="6373635" cy="2821561"/>
            <a:chOff x="0" y="0"/>
            <a:chExt cx="5072935" cy="2245751"/>
          </a:xfrm>
        </p:grpSpPr>
        <p:pic>
          <p:nvPicPr>
            <p:cNvPr id="145" name="Google Shape;145;p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1693130"/>
              <a:ext cx="845548" cy="5526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" name="Google Shape;146;p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22766" y="1270348"/>
              <a:ext cx="845548" cy="55262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7" name="Google Shape;147;p6"/>
            <p:cNvGrpSpPr/>
            <p:nvPr/>
          </p:nvGrpSpPr>
          <p:grpSpPr>
            <a:xfrm>
              <a:off x="0" y="846565"/>
              <a:ext cx="3381962" cy="552621"/>
              <a:chOff x="0" y="0"/>
              <a:chExt cx="5487525" cy="896675"/>
            </a:xfrm>
          </p:grpSpPr>
          <p:pic>
            <p:nvPicPr>
              <p:cNvPr id="148" name="Google Shape;148;p6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9" name="Google Shape;149;p6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0" name="Google Shape;150;p6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51" name="Google Shape;151;p6"/>
            <p:cNvGrpSpPr/>
            <p:nvPr/>
          </p:nvGrpSpPr>
          <p:grpSpPr>
            <a:xfrm>
              <a:off x="422766" y="423783"/>
              <a:ext cx="4650168" cy="552621"/>
              <a:chOff x="0" y="0"/>
              <a:chExt cx="7545300" cy="896675"/>
            </a:xfrm>
          </p:grpSpPr>
          <p:pic>
            <p:nvPicPr>
              <p:cNvPr id="152" name="Google Shape;152;p6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3" name="Google Shape;153;p6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4" name="Google Shape;154;p6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5" name="Google Shape;155;p6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56" name="Google Shape;156;p6"/>
            <p:cNvGrpSpPr/>
            <p:nvPr/>
          </p:nvGrpSpPr>
          <p:grpSpPr>
            <a:xfrm>
              <a:off x="0" y="0"/>
              <a:ext cx="4650168" cy="552621"/>
              <a:chOff x="0" y="0"/>
              <a:chExt cx="7545300" cy="896675"/>
            </a:xfrm>
          </p:grpSpPr>
          <p:pic>
            <p:nvPicPr>
              <p:cNvPr id="157" name="Google Shape;157;p6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8" name="Google Shape;158;p6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9" name="Google Shape;159;p6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0" name="Google Shape;160;p6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61" name="Google Shape;161;p6"/>
          <p:cNvGrpSpPr/>
          <p:nvPr/>
        </p:nvGrpSpPr>
        <p:grpSpPr>
          <a:xfrm flipH="1">
            <a:off x="8" y="5270900"/>
            <a:ext cx="3186885" cy="1757937"/>
            <a:chOff x="6607482" y="3879952"/>
            <a:chExt cx="2536521" cy="1399186"/>
          </a:xfrm>
        </p:grpSpPr>
        <p:grpSp>
          <p:nvGrpSpPr>
            <p:cNvPr id="162" name="Google Shape;162;p6"/>
            <p:cNvGrpSpPr/>
            <p:nvPr/>
          </p:nvGrpSpPr>
          <p:grpSpPr>
            <a:xfrm>
              <a:off x="6607482" y="4726517"/>
              <a:ext cx="2113755" cy="552621"/>
              <a:chOff x="2057775" y="0"/>
              <a:chExt cx="3429750" cy="896675"/>
            </a:xfrm>
          </p:grpSpPr>
          <p:pic>
            <p:nvPicPr>
              <p:cNvPr id="163" name="Google Shape;163;p6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4" name="Google Shape;164;p6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5" name="Google Shape;165;p6"/>
            <p:cNvGrpSpPr/>
            <p:nvPr/>
          </p:nvGrpSpPr>
          <p:grpSpPr>
            <a:xfrm>
              <a:off x="7030248" y="4303735"/>
              <a:ext cx="2113755" cy="552621"/>
              <a:chOff x="2057775" y="0"/>
              <a:chExt cx="3429750" cy="896675"/>
            </a:xfrm>
          </p:grpSpPr>
          <p:pic>
            <p:nvPicPr>
              <p:cNvPr id="166" name="Google Shape;166;p6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7" name="Google Shape;167;p6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68" name="Google Shape;168;p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875688" y="3879952"/>
              <a:ext cx="845548" cy="5526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9" name="Google Shape;169;p6"/>
          <p:cNvSpPr txBox="1">
            <a:spLocks noGrp="1"/>
          </p:cNvSpPr>
          <p:nvPr>
            <p:ph type="title"/>
          </p:nvPr>
        </p:nvSpPr>
        <p:spPr>
          <a:xfrm>
            <a:off x="1035267" y="536933"/>
            <a:ext cx="4783200" cy="114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6"/>
          <p:cNvSpPr txBox="1">
            <a:spLocks noGrp="1"/>
          </p:cNvSpPr>
          <p:nvPr>
            <p:ph type="body" idx="1"/>
          </p:nvPr>
        </p:nvSpPr>
        <p:spPr>
          <a:xfrm>
            <a:off x="1035267" y="2032500"/>
            <a:ext cx="4783200" cy="410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SzPts val="2000"/>
              <a:buChar char="❑"/>
              <a:defRPr/>
            </a:lvl1pPr>
            <a:lvl2pPr marL="1219170" lvl="1" indent="-474121">
              <a:spcBef>
                <a:spcPts val="800"/>
              </a:spcBef>
              <a:spcAft>
                <a:spcPts val="0"/>
              </a:spcAft>
              <a:buSzPts val="2000"/>
              <a:buChar char="❏"/>
              <a:defRPr/>
            </a:lvl2pPr>
            <a:lvl3pPr marL="1828754" lvl="2" indent="-474121">
              <a:spcBef>
                <a:spcPts val="800"/>
              </a:spcBef>
              <a:spcAft>
                <a:spcPts val="0"/>
              </a:spcAft>
              <a:buSzPts val="2000"/>
              <a:buChar char="❏"/>
              <a:defRPr/>
            </a:lvl3pPr>
            <a:lvl4pPr marL="2438339" lvl="3" indent="-474121">
              <a:spcBef>
                <a:spcPts val="800"/>
              </a:spcBef>
              <a:spcAft>
                <a:spcPts val="0"/>
              </a:spcAft>
              <a:buSzPts val="2000"/>
              <a:buChar char="❏"/>
              <a:defRPr/>
            </a:lvl4pPr>
            <a:lvl5pPr marL="3047924" lvl="4" indent="-474121">
              <a:spcBef>
                <a:spcPts val="800"/>
              </a:spcBef>
              <a:spcAft>
                <a:spcPts val="0"/>
              </a:spcAft>
              <a:buSzPts val="2000"/>
              <a:buChar char="❏"/>
              <a:defRPr/>
            </a:lvl5pPr>
            <a:lvl6pPr marL="3657509" lvl="5" indent="-474121">
              <a:spcBef>
                <a:spcPts val="800"/>
              </a:spcBef>
              <a:spcAft>
                <a:spcPts val="0"/>
              </a:spcAft>
              <a:buSzPts val="2000"/>
              <a:buChar char="❏"/>
              <a:defRPr/>
            </a:lvl6pPr>
            <a:lvl7pPr marL="4267093" lvl="6" indent="-474121">
              <a:spcBef>
                <a:spcPts val="800"/>
              </a:spcBef>
              <a:spcAft>
                <a:spcPts val="0"/>
              </a:spcAft>
              <a:buSzPts val="2000"/>
              <a:buChar char="❏"/>
              <a:defRPr/>
            </a:lvl7pPr>
            <a:lvl8pPr marL="4876678" lvl="7" indent="-474121">
              <a:spcBef>
                <a:spcPts val="800"/>
              </a:spcBef>
              <a:spcAft>
                <a:spcPts val="0"/>
              </a:spcAft>
              <a:buSzPts val="2000"/>
              <a:buChar char="❏"/>
              <a:defRPr/>
            </a:lvl8pPr>
            <a:lvl9pPr marL="5486263" lvl="8" indent="-474121">
              <a:spcBef>
                <a:spcPts val="800"/>
              </a:spcBef>
              <a:spcAft>
                <a:spcPts val="0"/>
              </a:spcAft>
              <a:buSzPts val="2000"/>
              <a:buChar char="❏"/>
              <a:defRPr/>
            </a:lvl9pPr>
          </a:lstStyle>
          <a:p>
            <a:endParaRPr/>
          </a:p>
        </p:txBody>
      </p:sp>
      <p:sp>
        <p:nvSpPr>
          <p:cNvPr id="171" name="Google Shape;171;p6"/>
          <p:cNvSpPr txBox="1">
            <a:spLocks noGrp="1"/>
          </p:cNvSpPr>
          <p:nvPr>
            <p:ph type="body" idx="2"/>
          </p:nvPr>
        </p:nvSpPr>
        <p:spPr>
          <a:xfrm>
            <a:off x="6373533" y="2032500"/>
            <a:ext cx="4783200" cy="410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SzPts val="2000"/>
              <a:buChar char="❑"/>
              <a:defRPr/>
            </a:lvl1pPr>
            <a:lvl2pPr marL="1219170" lvl="1" indent="-474121">
              <a:spcBef>
                <a:spcPts val="800"/>
              </a:spcBef>
              <a:spcAft>
                <a:spcPts val="0"/>
              </a:spcAft>
              <a:buSzPts val="2000"/>
              <a:buChar char="❏"/>
              <a:defRPr/>
            </a:lvl2pPr>
            <a:lvl3pPr marL="1828754" lvl="2" indent="-474121">
              <a:spcBef>
                <a:spcPts val="800"/>
              </a:spcBef>
              <a:spcAft>
                <a:spcPts val="0"/>
              </a:spcAft>
              <a:buSzPts val="2000"/>
              <a:buChar char="❏"/>
              <a:defRPr/>
            </a:lvl3pPr>
            <a:lvl4pPr marL="2438339" lvl="3" indent="-474121">
              <a:spcBef>
                <a:spcPts val="800"/>
              </a:spcBef>
              <a:spcAft>
                <a:spcPts val="0"/>
              </a:spcAft>
              <a:buSzPts val="2000"/>
              <a:buChar char="❏"/>
              <a:defRPr/>
            </a:lvl4pPr>
            <a:lvl5pPr marL="3047924" lvl="4" indent="-474121">
              <a:spcBef>
                <a:spcPts val="800"/>
              </a:spcBef>
              <a:spcAft>
                <a:spcPts val="0"/>
              </a:spcAft>
              <a:buSzPts val="2000"/>
              <a:buChar char="❏"/>
              <a:defRPr/>
            </a:lvl5pPr>
            <a:lvl6pPr marL="3657509" lvl="5" indent="-474121">
              <a:spcBef>
                <a:spcPts val="800"/>
              </a:spcBef>
              <a:spcAft>
                <a:spcPts val="0"/>
              </a:spcAft>
              <a:buSzPts val="2000"/>
              <a:buChar char="❏"/>
              <a:defRPr/>
            </a:lvl6pPr>
            <a:lvl7pPr marL="4267093" lvl="6" indent="-474121">
              <a:spcBef>
                <a:spcPts val="800"/>
              </a:spcBef>
              <a:spcAft>
                <a:spcPts val="0"/>
              </a:spcAft>
              <a:buSzPts val="2000"/>
              <a:buChar char="❏"/>
              <a:defRPr/>
            </a:lvl7pPr>
            <a:lvl8pPr marL="4876678" lvl="7" indent="-474121">
              <a:spcBef>
                <a:spcPts val="800"/>
              </a:spcBef>
              <a:spcAft>
                <a:spcPts val="0"/>
              </a:spcAft>
              <a:buSzPts val="2000"/>
              <a:buChar char="❏"/>
              <a:defRPr/>
            </a:lvl8pPr>
            <a:lvl9pPr marL="5486263" lvl="8" indent="-474121">
              <a:spcBef>
                <a:spcPts val="800"/>
              </a:spcBef>
              <a:spcAft>
                <a:spcPts val="0"/>
              </a:spcAft>
              <a:buSzPts val="2000"/>
              <a:buChar char="❏"/>
              <a:defRPr/>
            </a:lvl9pPr>
          </a:lstStyle>
          <a:p>
            <a:endParaRPr/>
          </a:p>
        </p:txBody>
      </p:sp>
      <p:sp>
        <p:nvSpPr>
          <p:cNvPr id="172" name="Google Shape;172;p6"/>
          <p:cNvSpPr txBox="1">
            <a:spLocks noGrp="1"/>
          </p:cNvSpPr>
          <p:nvPr>
            <p:ph type="sldNum" idx="12"/>
          </p:nvPr>
        </p:nvSpPr>
        <p:spPr>
          <a:xfrm>
            <a:off x="11639200" y="6312100"/>
            <a:ext cx="552800" cy="546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053476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 + 3 columns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7"/>
          <p:cNvGrpSpPr/>
          <p:nvPr/>
        </p:nvGrpSpPr>
        <p:grpSpPr>
          <a:xfrm flipH="1">
            <a:off x="5818365" y="-4283"/>
            <a:ext cx="6373635" cy="2821561"/>
            <a:chOff x="0" y="0"/>
            <a:chExt cx="5072935" cy="2245751"/>
          </a:xfrm>
        </p:grpSpPr>
        <p:pic>
          <p:nvPicPr>
            <p:cNvPr id="175" name="Google Shape;175;p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1693130"/>
              <a:ext cx="845548" cy="5526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" name="Google Shape;176;p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22766" y="1270348"/>
              <a:ext cx="845548" cy="55262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77" name="Google Shape;177;p7"/>
            <p:cNvGrpSpPr/>
            <p:nvPr/>
          </p:nvGrpSpPr>
          <p:grpSpPr>
            <a:xfrm>
              <a:off x="0" y="846565"/>
              <a:ext cx="3381962" cy="552621"/>
              <a:chOff x="0" y="0"/>
              <a:chExt cx="5487525" cy="896675"/>
            </a:xfrm>
          </p:grpSpPr>
          <p:pic>
            <p:nvPicPr>
              <p:cNvPr id="178" name="Google Shape;178;p7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9" name="Google Shape;179;p7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0" name="Google Shape;180;p7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81" name="Google Shape;181;p7"/>
            <p:cNvGrpSpPr/>
            <p:nvPr/>
          </p:nvGrpSpPr>
          <p:grpSpPr>
            <a:xfrm>
              <a:off x="422766" y="423783"/>
              <a:ext cx="4650168" cy="552621"/>
              <a:chOff x="0" y="0"/>
              <a:chExt cx="7545300" cy="896675"/>
            </a:xfrm>
          </p:grpSpPr>
          <p:pic>
            <p:nvPicPr>
              <p:cNvPr id="182" name="Google Shape;182;p7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3" name="Google Shape;183;p7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4" name="Google Shape;184;p7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5" name="Google Shape;185;p7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86" name="Google Shape;186;p7"/>
            <p:cNvGrpSpPr/>
            <p:nvPr/>
          </p:nvGrpSpPr>
          <p:grpSpPr>
            <a:xfrm>
              <a:off x="0" y="0"/>
              <a:ext cx="4650168" cy="552621"/>
              <a:chOff x="0" y="0"/>
              <a:chExt cx="7545300" cy="896675"/>
            </a:xfrm>
          </p:grpSpPr>
          <p:pic>
            <p:nvPicPr>
              <p:cNvPr id="187" name="Google Shape;187;p7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8" name="Google Shape;188;p7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9" name="Google Shape;189;p7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0" name="Google Shape;190;p7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91" name="Google Shape;191;p7"/>
          <p:cNvGrpSpPr/>
          <p:nvPr/>
        </p:nvGrpSpPr>
        <p:grpSpPr>
          <a:xfrm flipH="1">
            <a:off x="8" y="5270900"/>
            <a:ext cx="3186885" cy="1757937"/>
            <a:chOff x="6607482" y="3879952"/>
            <a:chExt cx="2536521" cy="1399186"/>
          </a:xfrm>
        </p:grpSpPr>
        <p:grpSp>
          <p:nvGrpSpPr>
            <p:cNvPr id="192" name="Google Shape;192;p7"/>
            <p:cNvGrpSpPr/>
            <p:nvPr/>
          </p:nvGrpSpPr>
          <p:grpSpPr>
            <a:xfrm>
              <a:off x="6607482" y="4726517"/>
              <a:ext cx="2113755" cy="552621"/>
              <a:chOff x="2057775" y="0"/>
              <a:chExt cx="3429750" cy="896675"/>
            </a:xfrm>
          </p:grpSpPr>
          <p:pic>
            <p:nvPicPr>
              <p:cNvPr id="193" name="Google Shape;193;p7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4" name="Google Shape;194;p7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95" name="Google Shape;195;p7"/>
            <p:cNvGrpSpPr/>
            <p:nvPr/>
          </p:nvGrpSpPr>
          <p:grpSpPr>
            <a:xfrm>
              <a:off x="7030248" y="4303735"/>
              <a:ext cx="2113755" cy="552621"/>
              <a:chOff x="2057775" y="0"/>
              <a:chExt cx="3429750" cy="896675"/>
            </a:xfrm>
          </p:grpSpPr>
          <p:pic>
            <p:nvPicPr>
              <p:cNvPr id="196" name="Google Shape;196;p7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7" name="Google Shape;197;p7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98" name="Google Shape;198;p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875688" y="3879952"/>
              <a:ext cx="845548" cy="5526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9" name="Google Shape;199;p7"/>
          <p:cNvSpPr txBox="1">
            <a:spLocks noGrp="1"/>
          </p:cNvSpPr>
          <p:nvPr>
            <p:ph type="title"/>
          </p:nvPr>
        </p:nvSpPr>
        <p:spPr>
          <a:xfrm>
            <a:off x="1035267" y="536933"/>
            <a:ext cx="4783200" cy="114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7"/>
          <p:cNvSpPr txBox="1">
            <a:spLocks noGrp="1"/>
          </p:cNvSpPr>
          <p:nvPr>
            <p:ph type="body" idx="1"/>
          </p:nvPr>
        </p:nvSpPr>
        <p:spPr>
          <a:xfrm>
            <a:off x="1035267" y="2032500"/>
            <a:ext cx="3103600" cy="410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Char char="❑"/>
              <a:defRPr sz="2133"/>
            </a:lvl1pPr>
            <a:lvl2pPr marL="1219170" lvl="1" indent="-440256" rtl="0">
              <a:spcBef>
                <a:spcPts val="800"/>
              </a:spcBef>
              <a:spcAft>
                <a:spcPts val="0"/>
              </a:spcAft>
              <a:buSzPts val="1600"/>
              <a:buChar char="❏"/>
              <a:defRPr sz="2133"/>
            </a:lvl2pPr>
            <a:lvl3pPr marL="1828754" lvl="2" indent="-440256" rtl="0">
              <a:spcBef>
                <a:spcPts val="800"/>
              </a:spcBef>
              <a:spcAft>
                <a:spcPts val="0"/>
              </a:spcAft>
              <a:buSzPts val="1600"/>
              <a:buChar char="❏"/>
              <a:defRPr sz="2133"/>
            </a:lvl3pPr>
            <a:lvl4pPr marL="2438339" lvl="3" indent="-440256" rtl="0">
              <a:spcBef>
                <a:spcPts val="800"/>
              </a:spcBef>
              <a:spcAft>
                <a:spcPts val="0"/>
              </a:spcAft>
              <a:buSzPts val="1600"/>
              <a:buChar char="❏"/>
              <a:defRPr sz="2133"/>
            </a:lvl4pPr>
            <a:lvl5pPr marL="3047924" lvl="4" indent="-440256" rtl="0">
              <a:spcBef>
                <a:spcPts val="800"/>
              </a:spcBef>
              <a:spcAft>
                <a:spcPts val="0"/>
              </a:spcAft>
              <a:buSzPts val="1600"/>
              <a:buChar char="❏"/>
              <a:defRPr sz="2133"/>
            </a:lvl5pPr>
            <a:lvl6pPr marL="3657509" lvl="5" indent="-440256" rtl="0">
              <a:spcBef>
                <a:spcPts val="800"/>
              </a:spcBef>
              <a:spcAft>
                <a:spcPts val="0"/>
              </a:spcAft>
              <a:buSzPts val="1600"/>
              <a:buChar char="❏"/>
              <a:defRPr sz="2133"/>
            </a:lvl6pPr>
            <a:lvl7pPr marL="4267093" lvl="6" indent="-440256" rtl="0">
              <a:spcBef>
                <a:spcPts val="800"/>
              </a:spcBef>
              <a:spcAft>
                <a:spcPts val="0"/>
              </a:spcAft>
              <a:buSzPts val="1600"/>
              <a:buChar char="❏"/>
              <a:defRPr sz="2133"/>
            </a:lvl7pPr>
            <a:lvl8pPr marL="4876678" lvl="7" indent="-440256" rtl="0">
              <a:spcBef>
                <a:spcPts val="800"/>
              </a:spcBef>
              <a:spcAft>
                <a:spcPts val="0"/>
              </a:spcAft>
              <a:buSzPts val="1600"/>
              <a:buChar char="❏"/>
              <a:defRPr sz="2133"/>
            </a:lvl8pPr>
            <a:lvl9pPr marL="5486263" lvl="8" indent="-440256" rtl="0">
              <a:spcBef>
                <a:spcPts val="800"/>
              </a:spcBef>
              <a:spcAft>
                <a:spcPts val="0"/>
              </a:spcAft>
              <a:buSzPts val="1600"/>
              <a:buChar char="❏"/>
              <a:defRPr sz="2133"/>
            </a:lvl9pPr>
          </a:lstStyle>
          <a:p>
            <a:endParaRPr/>
          </a:p>
        </p:txBody>
      </p:sp>
      <p:sp>
        <p:nvSpPr>
          <p:cNvPr id="201" name="Google Shape;201;p7"/>
          <p:cNvSpPr txBox="1">
            <a:spLocks noGrp="1"/>
          </p:cNvSpPr>
          <p:nvPr>
            <p:ph type="body" idx="2"/>
          </p:nvPr>
        </p:nvSpPr>
        <p:spPr>
          <a:xfrm>
            <a:off x="4501416" y="2032500"/>
            <a:ext cx="3103600" cy="410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Char char="❑"/>
              <a:defRPr sz="2133"/>
            </a:lvl1pPr>
            <a:lvl2pPr marL="1219170" lvl="1" indent="-440256" rtl="0">
              <a:spcBef>
                <a:spcPts val="800"/>
              </a:spcBef>
              <a:spcAft>
                <a:spcPts val="0"/>
              </a:spcAft>
              <a:buSzPts val="1600"/>
              <a:buChar char="❏"/>
              <a:defRPr sz="2133"/>
            </a:lvl2pPr>
            <a:lvl3pPr marL="1828754" lvl="2" indent="-440256" rtl="0">
              <a:spcBef>
                <a:spcPts val="800"/>
              </a:spcBef>
              <a:spcAft>
                <a:spcPts val="0"/>
              </a:spcAft>
              <a:buSzPts val="1600"/>
              <a:buChar char="❏"/>
              <a:defRPr sz="2133"/>
            </a:lvl3pPr>
            <a:lvl4pPr marL="2438339" lvl="3" indent="-440256" rtl="0">
              <a:spcBef>
                <a:spcPts val="800"/>
              </a:spcBef>
              <a:spcAft>
                <a:spcPts val="0"/>
              </a:spcAft>
              <a:buSzPts val="1600"/>
              <a:buChar char="❏"/>
              <a:defRPr sz="2133"/>
            </a:lvl4pPr>
            <a:lvl5pPr marL="3047924" lvl="4" indent="-440256" rtl="0">
              <a:spcBef>
                <a:spcPts val="800"/>
              </a:spcBef>
              <a:spcAft>
                <a:spcPts val="0"/>
              </a:spcAft>
              <a:buSzPts val="1600"/>
              <a:buChar char="❏"/>
              <a:defRPr sz="2133"/>
            </a:lvl5pPr>
            <a:lvl6pPr marL="3657509" lvl="5" indent="-440256" rtl="0">
              <a:spcBef>
                <a:spcPts val="800"/>
              </a:spcBef>
              <a:spcAft>
                <a:spcPts val="0"/>
              </a:spcAft>
              <a:buSzPts val="1600"/>
              <a:buChar char="❏"/>
              <a:defRPr sz="2133"/>
            </a:lvl6pPr>
            <a:lvl7pPr marL="4267093" lvl="6" indent="-440256" rtl="0">
              <a:spcBef>
                <a:spcPts val="800"/>
              </a:spcBef>
              <a:spcAft>
                <a:spcPts val="0"/>
              </a:spcAft>
              <a:buSzPts val="1600"/>
              <a:buChar char="❏"/>
              <a:defRPr sz="2133"/>
            </a:lvl7pPr>
            <a:lvl8pPr marL="4876678" lvl="7" indent="-440256" rtl="0">
              <a:spcBef>
                <a:spcPts val="800"/>
              </a:spcBef>
              <a:spcAft>
                <a:spcPts val="0"/>
              </a:spcAft>
              <a:buSzPts val="1600"/>
              <a:buChar char="❏"/>
              <a:defRPr sz="2133"/>
            </a:lvl8pPr>
            <a:lvl9pPr marL="5486263" lvl="8" indent="-440256" rtl="0">
              <a:spcBef>
                <a:spcPts val="800"/>
              </a:spcBef>
              <a:spcAft>
                <a:spcPts val="0"/>
              </a:spcAft>
              <a:buSzPts val="1600"/>
              <a:buChar char="❏"/>
              <a:defRPr sz="2133"/>
            </a:lvl9pPr>
          </a:lstStyle>
          <a:p>
            <a:endParaRPr/>
          </a:p>
        </p:txBody>
      </p:sp>
      <p:sp>
        <p:nvSpPr>
          <p:cNvPr id="202" name="Google Shape;202;p7"/>
          <p:cNvSpPr txBox="1">
            <a:spLocks noGrp="1"/>
          </p:cNvSpPr>
          <p:nvPr>
            <p:ph type="body" idx="3"/>
          </p:nvPr>
        </p:nvSpPr>
        <p:spPr>
          <a:xfrm>
            <a:off x="7967565" y="2032500"/>
            <a:ext cx="3103600" cy="410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Char char="❑"/>
              <a:defRPr sz="2133"/>
            </a:lvl1pPr>
            <a:lvl2pPr marL="1219170" lvl="1" indent="-440256" rtl="0">
              <a:spcBef>
                <a:spcPts val="800"/>
              </a:spcBef>
              <a:spcAft>
                <a:spcPts val="0"/>
              </a:spcAft>
              <a:buSzPts val="1600"/>
              <a:buChar char="❏"/>
              <a:defRPr sz="2133"/>
            </a:lvl2pPr>
            <a:lvl3pPr marL="1828754" lvl="2" indent="-440256" rtl="0">
              <a:spcBef>
                <a:spcPts val="800"/>
              </a:spcBef>
              <a:spcAft>
                <a:spcPts val="0"/>
              </a:spcAft>
              <a:buSzPts val="1600"/>
              <a:buChar char="❏"/>
              <a:defRPr sz="2133"/>
            </a:lvl3pPr>
            <a:lvl4pPr marL="2438339" lvl="3" indent="-440256" rtl="0">
              <a:spcBef>
                <a:spcPts val="800"/>
              </a:spcBef>
              <a:spcAft>
                <a:spcPts val="0"/>
              </a:spcAft>
              <a:buSzPts val="1600"/>
              <a:buChar char="❏"/>
              <a:defRPr sz="2133"/>
            </a:lvl4pPr>
            <a:lvl5pPr marL="3047924" lvl="4" indent="-440256" rtl="0">
              <a:spcBef>
                <a:spcPts val="800"/>
              </a:spcBef>
              <a:spcAft>
                <a:spcPts val="0"/>
              </a:spcAft>
              <a:buSzPts val="1600"/>
              <a:buChar char="❏"/>
              <a:defRPr sz="2133"/>
            </a:lvl5pPr>
            <a:lvl6pPr marL="3657509" lvl="5" indent="-440256" rtl="0">
              <a:spcBef>
                <a:spcPts val="800"/>
              </a:spcBef>
              <a:spcAft>
                <a:spcPts val="0"/>
              </a:spcAft>
              <a:buSzPts val="1600"/>
              <a:buChar char="❏"/>
              <a:defRPr sz="2133"/>
            </a:lvl6pPr>
            <a:lvl7pPr marL="4267093" lvl="6" indent="-440256" rtl="0">
              <a:spcBef>
                <a:spcPts val="800"/>
              </a:spcBef>
              <a:spcAft>
                <a:spcPts val="0"/>
              </a:spcAft>
              <a:buSzPts val="1600"/>
              <a:buChar char="❏"/>
              <a:defRPr sz="2133"/>
            </a:lvl7pPr>
            <a:lvl8pPr marL="4876678" lvl="7" indent="-440256" rtl="0">
              <a:spcBef>
                <a:spcPts val="800"/>
              </a:spcBef>
              <a:spcAft>
                <a:spcPts val="0"/>
              </a:spcAft>
              <a:buSzPts val="1600"/>
              <a:buChar char="❏"/>
              <a:defRPr sz="2133"/>
            </a:lvl8pPr>
            <a:lvl9pPr marL="5486263" lvl="8" indent="-440256" rtl="0">
              <a:spcBef>
                <a:spcPts val="800"/>
              </a:spcBef>
              <a:spcAft>
                <a:spcPts val="0"/>
              </a:spcAft>
              <a:buSzPts val="1600"/>
              <a:buChar char="❏"/>
              <a:defRPr sz="2133"/>
            </a:lvl9pPr>
          </a:lstStyle>
          <a:p>
            <a:endParaRPr/>
          </a:p>
        </p:txBody>
      </p:sp>
      <p:sp>
        <p:nvSpPr>
          <p:cNvPr id="203" name="Google Shape;203;p7"/>
          <p:cNvSpPr txBox="1">
            <a:spLocks noGrp="1"/>
          </p:cNvSpPr>
          <p:nvPr>
            <p:ph type="sldNum" idx="12"/>
          </p:nvPr>
        </p:nvSpPr>
        <p:spPr>
          <a:xfrm>
            <a:off x="11639200" y="6312100"/>
            <a:ext cx="552800" cy="546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2408025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8"/>
          <p:cNvGrpSpPr/>
          <p:nvPr/>
        </p:nvGrpSpPr>
        <p:grpSpPr>
          <a:xfrm flipH="1">
            <a:off x="5818365" y="-4283"/>
            <a:ext cx="6373635" cy="2821561"/>
            <a:chOff x="0" y="0"/>
            <a:chExt cx="5072935" cy="2245751"/>
          </a:xfrm>
        </p:grpSpPr>
        <p:pic>
          <p:nvPicPr>
            <p:cNvPr id="206" name="Google Shape;206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1693130"/>
              <a:ext cx="845548" cy="5526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" name="Google Shape;207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22766" y="1270348"/>
              <a:ext cx="845548" cy="55262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8" name="Google Shape;208;p8"/>
            <p:cNvGrpSpPr/>
            <p:nvPr/>
          </p:nvGrpSpPr>
          <p:grpSpPr>
            <a:xfrm>
              <a:off x="0" y="846565"/>
              <a:ext cx="3381962" cy="552621"/>
              <a:chOff x="0" y="0"/>
              <a:chExt cx="5487525" cy="896675"/>
            </a:xfrm>
          </p:grpSpPr>
          <p:pic>
            <p:nvPicPr>
              <p:cNvPr id="209" name="Google Shape;209;p8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0" name="Google Shape;210;p8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1" name="Google Shape;211;p8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12" name="Google Shape;212;p8"/>
            <p:cNvGrpSpPr/>
            <p:nvPr/>
          </p:nvGrpSpPr>
          <p:grpSpPr>
            <a:xfrm>
              <a:off x="422766" y="423783"/>
              <a:ext cx="4650168" cy="552621"/>
              <a:chOff x="0" y="0"/>
              <a:chExt cx="7545300" cy="896675"/>
            </a:xfrm>
          </p:grpSpPr>
          <p:pic>
            <p:nvPicPr>
              <p:cNvPr id="213" name="Google Shape;213;p8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4" name="Google Shape;214;p8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5" name="Google Shape;215;p8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6" name="Google Shape;216;p8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17" name="Google Shape;217;p8"/>
            <p:cNvGrpSpPr/>
            <p:nvPr/>
          </p:nvGrpSpPr>
          <p:grpSpPr>
            <a:xfrm>
              <a:off x="0" y="0"/>
              <a:ext cx="4650168" cy="552621"/>
              <a:chOff x="0" y="0"/>
              <a:chExt cx="7545300" cy="896675"/>
            </a:xfrm>
          </p:grpSpPr>
          <p:pic>
            <p:nvPicPr>
              <p:cNvPr id="218" name="Google Shape;218;p8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9" name="Google Shape;219;p8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0" name="Google Shape;220;p8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1" name="Google Shape;221;p8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22" name="Google Shape;222;p8"/>
          <p:cNvGrpSpPr/>
          <p:nvPr/>
        </p:nvGrpSpPr>
        <p:grpSpPr>
          <a:xfrm flipH="1">
            <a:off x="8" y="5270900"/>
            <a:ext cx="3186885" cy="1757937"/>
            <a:chOff x="6607482" y="3879952"/>
            <a:chExt cx="2536521" cy="1399186"/>
          </a:xfrm>
        </p:grpSpPr>
        <p:grpSp>
          <p:nvGrpSpPr>
            <p:cNvPr id="223" name="Google Shape;223;p8"/>
            <p:cNvGrpSpPr/>
            <p:nvPr/>
          </p:nvGrpSpPr>
          <p:grpSpPr>
            <a:xfrm>
              <a:off x="6607482" y="4726517"/>
              <a:ext cx="2113755" cy="552621"/>
              <a:chOff x="2057775" y="0"/>
              <a:chExt cx="3429750" cy="896675"/>
            </a:xfrm>
          </p:grpSpPr>
          <p:pic>
            <p:nvPicPr>
              <p:cNvPr id="224" name="Google Shape;224;p8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5" name="Google Shape;225;p8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26" name="Google Shape;226;p8"/>
            <p:cNvGrpSpPr/>
            <p:nvPr/>
          </p:nvGrpSpPr>
          <p:grpSpPr>
            <a:xfrm>
              <a:off x="7030248" y="4303735"/>
              <a:ext cx="2113755" cy="552621"/>
              <a:chOff x="2057775" y="0"/>
              <a:chExt cx="3429750" cy="896675"/>
            </a:xfrm>
          </p:grpSpPr>
          <p:pic>
            <p:nvPicPr>
              <p:cNvPr id="227" name="Google Shape;227;p8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8" name="Google Shape;228;p8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29" name="Google Shape;229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875688" y="3879952"/>
              <a:ext cx="845548" cy="5526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0" name="Google Shape;230;p8"/>
          <p:cNvSpPr txBox="1">
            <a:spLocks noGrp="1"/>
          </p:cNvSpPr>
          <p:nvPr>
            <p:ph type="title"/>
          </p:nvPr>
        </p:nvSpPr>
        <p:spPr>
          <a:xfrm>
            <a:off x="1035267" y="536933"/>
            <a:ext cx="4783200" cy="114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8"/>
          <p:cNvSpPr txBox="1">
            <a:spLocks noGrp="1"/>
          </p:cNvSpPr>
          <p:nvPr>
            <p:ph type="sldNum" idx="12"/>
          </p:nvPr>
        </p:nvSpPr>
        <p:spPr>
          <a:xfrm>
            <a:off x="11639200" y="6312100"/>
            <a:ext cx="552800" cy="546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595032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oogle Shape;233;p9"/>
          <p:cNvGrpSpPr/>
          <p:nvPr/>
        </p:nvGrpSpPr>
        <p:grpSpPr>
          <a:xfrm flipH="1">
            <a:off x="5818365" y="-4283"/>
            <a:ext cx="6373635" cy="2821561"/>
            <a:chOff x="0" y="0"/>
            <a:chExt cx="5072935" cy="2245751"/>
          </a:xfrm>
        </p:grpSpPr>
        <p:pic>
          <p:nvPicPr>
            <p:cNvPr id="234" name="Google Shape;234;p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1693130"/>
              <a:ext cx="845548" cy="5526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5" name="Google Shape;235;p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22766" y="1270348"/>
              <a:ext cx="845548" cy="55262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36" name="Google Shape;236;p9"/>
            <p:cNvGrpSpPr/>
            <p:nvPr/>
          </p:nvGrpSpPr>
          <p:grpSpPr>
            <a:xfrm>
              <a:off x="0" y="846565"/>
              <a:ext cx="3381962" cy="552621"/>
              <a:chOff x="0" y="0"/>
              <a:chExt cx="5487525" cy="896675"/>
            </a:xfrm>
          </p:grpSpPr>
          <p:pic>
            <p:nvPicPr>
              <p:cNvPr id="237" name="Google Shape;237;p9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8" name="Google Shape;238;p9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9" name="Google Shape;239;p9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40" name="Google Shape;240;p9"/>
            <p:cNvGrpSpPr/>
            <p:nvPr/>
          </p:nvGrpSpPr>
          <p:grpSpPr>
            <a:xfrm>
              <a:off x="422766" y="423783"/>
              <a:ext cx="4650168" cy="552621"/>
              <a:chOff x="0" y="0"/>
              <a:chExt cx="7545300" cy="896675"/>
            </a:xfrm>
          </p:grpSpPr>
          <p:pic>
            <p:nvPicPr>
              <p:cNvPr id="241" name="Google Shape;241;p9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2" name="Google Shape;242;p9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3" name="Google Shape;243;p9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4" name="Google Shape;244;p9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45" name="Google Shape;245;p9"/>
            <p:cNvGrpSpPr/>
            <p:nvPr/>
          </p:nvGrpSpPr>
          <p:grpSpPr>
            <a:xfrm>
              <a:off x="0" y="0"/>
              <a:ext cx="4650168" cy="552621"/>
              <a:chOff x="0" y="0"/>
              <a:chExt cx="7545300" cy="896675"/>
            </a:xfrm>
          </p:grpSpPr>
          <p:pic>
            <p:nvPicPr>
              <p:cNvPr id="246" name="Google Shape;246;p9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7" name="Google Shape;247;p9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8" name="Google Shape;248;p9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9" name="Google Shape;249;p9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50" name="Google Shape;250;p9"/>
          <p:cNvGrpSpPr/>
          <p:nvPr/>
        </p:nvGrpSpPr>
        <p:grpSpPr>
          <a:xfrm flipH="1">
            <a:off x="8" y="5270900"/>
            <a:ext cx="3186885" cy="1757937"/>
            <a:chOff x="6607482" y="3879952"/>
            <a:chExt cx="2536521" cy="1399186"/>
          </a:xfrm>
        </p:grpSpPr>
        <p:grpSp>
          <p:nvGrpSpPr>
            <p:cNvPr id="251" name="Google Shape;251;p9"/>
            <p:cNvGrpSpPr/>
            <p:nvPr/>
          </p:nvGrpSpPr>
          <p:grpSpPr>
            <a:xfrm>
              <a:off x="6607482" y="4726517"/>
              <a:ext cx="2113755" cy="552621"/>
              <a:chOff x="2057775" y="0"/>
              <a:chExt cx="3429750" cy="896675"/>
            </a:xfrm>
          </p:grpSpPr>
          <p:pic>
            <p:nvPicPr>
              <p:cNvPr id="252" name="Google Shape;252;p9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3" name="Google Shape;253;p9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54" name="Google Shape;254;p9"/>
            <p:cNvGrpSpPr/>
            <p:nvPr/>
          </p:nvGrpSpPr>
          <p:grpSpPr>
            <a:xfrm>
              <a:off x="7030248" y="4303735"/>
              <a:ext cx="2113755" cy="552621"/>
              <a:chOff x="2057775" y="0"/>
              <a:chExt cx="3429750" cy="896675"/>
            </a:xfrm>
          </p:grpSpPr>
          <p:pic>
            <p:nvPicPr>
              <p:cNvPr id="255" name="Google Shape;255;p9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6" name="Google Shape;256;p9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57" name="Google Shape;257;p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875688" y="3879952"/>
              <a:ext cx="845548" cy="5526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8" name="Google Shape;258;p9"/>
          <p:cNvSpPr txBox="1">
            <a:spLocks noGrp="1"/>
          </p:cNvSpPr>
          <p:nvPr>
            <p:ph type="body" idx="1"/>
          </p:nvPr>
        </p:nvSpPr>
        <p:spPr>
          <a:xfrm>
            <a:off x="1717433" y="5260239"/>
            <a:ext cx="8645200" cy="69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>
              <a:spcBef>
                <a:spcPts val="480"/>
              </a:spcBef>
              <a:spcAft>
                <a:spcPts val="0"/>
              </a:spcAft>
              <a:buSzPts val="1800"/>
              <a:buNone/>
              <a:defRPr sz="2400"/>
            </a:lvl1pPr>
          </a:lstStyle>
          <a:p>
            <a:endParaRPr/>
          </a:p>
        </p:txBody>
      </p:sp>
      <p:sp>
        <p:nvSpPr>
          <p:cNvPr id="259" name="Google Shape;259;p9"/>
          <p:cNvSpPr txBox="1">
            <a:spLocks noGrp="1"/>
          </p:cNvSpPr>
          <p:nvPr>
            <p:ph type="sldNum" idx="12"/>
          </p:nvPr>
        </p:nvSpPr>
        <p:spPr>
          <a:xfrm>
            <a:off x="11639200" y="6312100"/>
            <a:ext cx="552800" cy="546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0770412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big emboss" type="blank">
  <p:cSld name="Blank big emboss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"/>
          <p:cNvSpPr txBox="1">
            <a:spLocks noGrp="1"/>
          </p:cNvSpPr>
          <p:nvPr>
            <p:ph type="sldNum" idx="12"/>
          </p:nvPr>
        </p:nvSpPr>
        <p:spPr>
          <a:xfrm>
            <a:off x="11639200" y="6312100"/>
            <a:ext cx="552800" cy="546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grpSp>
        <p:nvGrpSpPr>
          <p:cNvPr id="262" name="Google Shape;262;p10"/>
          <p:cNvGrpSpPr/>
          <p:nvPr/>
        </p:nvGrpSpPr>
        <p:grpSpPr>
          <a:xfrm flipH="1">
            <a:off x="7619000" y="1"/>
            <a:ext cx="4573000" cy="4858567"/>
            <a:chOff x="0" y="0"/>
            <a:chExt cx="3429750" cy="3643925"/>
          </a:xfrm>
        </p:grpSpPr>
        <p:pic>
          <p:nvPicPr>
            <p:cNvPr id="263" name="Google Shape;263;p1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2747250"/>
              <a:ext cx="1371975" cy="896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4" name="Google Shape;264;p1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85975" y="2061250"/>
              <a:ext cx="1371975" cy="896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5" name="Google Shape;265;p1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1373625"/>
              <a:ext cx="1371975" cy="896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6" name="Google Shape;266;p1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85975" y="687625"/>
              <a:ext cx="1371975" cy="8966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67" name="Google Shape;267;p10"/>
            <p:cNvGrpSpPr/>
            <p:nvPr/>
          </p:nvGrpSpPr>
          <p:grpSpPr>
            <a:xfrm>
              <a:off x="0" y="0"/>
              <a:ext cx="3429750" cy="896675"/>
              <a:chOff x="0" y="0"/>
              <a:chExt cx="3429750" cy="896675"/>
            </a:xfrm>
          </p:grpSpPr>
          <p:pic>
            <p:nvPicPr>
              <p:cNvPr id="268" name="Google Shape;268;p10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9" name="Google Shape;269;p10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70" name="Google Shape;270;p10"/>
          <p:cNvGrpSpPr/>
          <p:nvPr/>
        </p:nvGrpSpPr>
        <p:grpSpPr>
          <a:xfrm flipH="1">
            <a:off x="1" y="4127220"/>
            <a:ext cx="7316700" cy="3027067"/>
            <a:chOff x="2743750" y="2061250"/>
            <a:chExt cx="5487525" cy="2270300"/>
          </a:xfrm>
        </p:grpSpPr>
        <p:grpSp>
          <p:nvGrpSpPr>
            <p:cNvPr id="271" name="Google Shape;271;p10"/>
            <p:cNvGrpSpPr/>
            <p:nvPr/>
          </p:nvGrpSpPr>
          <p:grpSpPr>
            <a:xfrm>
              <a:off x="2743750" y="3434875"/>
              <a:ext cx="5487525" cy="896675"/>
              <a:chOff x="2057775" y="0"/>
              <a:chExt cx="5487525" cy="896675"/>
            </a:xfrm>
          </p:grpSpPr>
          <p:pic>
            <p:nvPicPr>
              <p:cNvPr id="272" name="Google Shape;272;p10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3" name="Google Shape;273;p10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4" name="Google Shape;274;p10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75" name="Google Shape;275;p10"/>
            <p:cNvGrpSpPr/>
            <p:nvPr/>
          </p:nvGrpSpPr>
          <p:grpSpPr>
            <a:xfrm>
              <a:off x="4115550" y="2747250"/>
              <a:ext cx="3429750" cy="896675"/>
              <a:chOff x="4115550" y="0"/>
              <a:chExt cx="3429750" cy="896675"/>
            </a:xfrm>
          </p:grpSpPr>
          <p:pic>
            <p:nvPicPr>
              <p:cNvPr id="276" name="Google Shape;276;p10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7" name="Google Shape;277;p10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78" name="Google Shape;278;p1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859300" y="2061250"/>
              <a:ext cx="1371975" cy="896675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20760029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1"/>
          <p:cNvSpPr txBox="1">
            <a:spLocks noGrp="1"/>
          </p:cNvSpPr>
          <p:nvPr>
            <p:ph type="sldNum" idx="12"/>
          </p:nvPr>
        </p:nvSpPr>
        <p:spPr>
          <a:xfrm>
            <a:off x="11639200" y="6312100"/>
            <a:ext cx="552800" cy="546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grpSp>
        <p:nvGrpSpPr>
          <p:cNvPr id="281" name="Google Shape;281;p11"/>
          <p:cNvGrpSpPr/>
          <p:nvPr/>
        </p:nvGrpSpPr>
        <p:grpSpPr>
          <a:xfrm>
            <a:off x="-5" y="3657584"/>
            <a:ext cx="4248808" cy="3365507"/>
            <a:chOff x="4364071" y="-3213"/>
            <a:chExt cx="3186606" cy="2524130"/>
          </a:xfrm>
        </p:grpSpPr>
        <p:grpSp>
          <p:nvGrpSpPr>
            <p:cNvPr id="282" name="Google Shape;282;p11"/>
            <p:cNvGrpSpPr/>
            <p:nvPr/>
          </p:nvGrpSpPr>
          <p:grpSpPr>
            <a:xfrm flipH="1">
              <a:off x="4364072" y="2000218"/>
              <a:ext cx="3186606" cy="520699"/>
              <a:chOff x="2057775" y="0"/>
              <a:chExt cx="5487525" cy="896675"/>
            </a:xfrm>
          </p:grpSpPr>
          <p:pic>
            <p:nvPicPr>
              <p:cNvPr id="283" name="Google Shape;283;p11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4" name="Google Shape;284;p11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5" name="Google Shape;285;p11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86" name="Google Shape;286;p11"/>
            <p:cNvGrpSpPr/>
            <p:nvPr/>
          </p:nvGrpSpPr>
          <p:grpSpPr>
            <a:xfrm flipH="1">
              <a:off x="4762444" y="1600887"/>
              <a:ext cx="1991656" cy="520699"/>
              <a:chOff x="4115550" y="0"/>
              <a:chExt cx="3429750" cy="896675"/>
            </a:xfrm>
          </p:grpSpPr>
          <p:pic>
            <p:nvPicPr>
              <p:cNvPr id="287" name="Google Shape;287;p11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8" name="Google Shape;288;p11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89" name="Google Shape;289;p11"/>
            <p:cNvGrpSpPr/>
            <p:nvPr/>
          </p:nvGrpSpPr>
          <p:grpSpPr>
            <a:xfrm flipH="1">
              <a:off x="4364072" y="1198193"/>
              <a:ext cx="1991656" cy="520699"/>
              <a:chOff x="4115550" y="0"/>
              <a:chExt cx="3429750" cy="896675"/>
            </a:xfrm>
          </p:grpSpPr>
          <p:pic>
            <p:nvPicPr>
              <p:cNvPr id="290" name="Google Shape;290;p11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1" name="Google Shape;291;p11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17332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92" name="Google Shape;292;p1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4762444" y="798862"/>
              <a:ext cx="796706" cy="5206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3" name="Google Shape;293;p1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4364071" y="396118"/>
              <a:ext cx="796706" cy="5206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4" name="Google Shape;294;p1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4762444" y="-3213"/>
              <a:ext cx="796706" cy="5206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5" name="Google Shape;295;p11"/>
          <p:cNvGrpSpPr/>
          <p:nvPr/>
        </p:nvGrpSpPr>
        <p:grpSpPr>
          <a:xfrm>
            <a:off x="7943192" y="-4283"/>
            <a:ext cx="4248808" cy="2833065"/>
            <a:chOff x="5957394" y="-3213"/>
            <a:chExt cx="3186606" cy="2124799"/>
          </a:xfrm>
        </p:grpSpPr>
        <p:grpSp>
          <p:nvGrpSpPr>
            <p:cNvPr id="296" name="Google Shape;296;p11"/>
            <p:cNvGrpSpPr/>
            <p:nvPr/>
          </p:nvGrpSpPr>
          <p:grpSpPr>
            <a:xfrm flipH="1">
              <a:off x="5957394" y="-3213"/>
              <a:ext cx="3186606" cy="520699"/>
              <a:chOff x="0" y="0"/>
              <a:chExt cx="5487525" cy="896675"/>
            </a:xfrm>
          </p:grpSpPr>
          <p:pic>
            <p:nvPicPr>
              <p:cNvPr id="297" name="Google Shape;297;p11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8" name="Google Shape;298;p11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9" name="Google Shape;299;p11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11555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00" name="Google Shape;300;p11"/>
            <p:cNvGrpSpPr/>
            <p:nvPr/>
          </p:nvGrpSpPr>
          <p:grpSpPr>
            <a:xfrm flipH="1">
              <a:off x="6753972" y="396118"/>
              <a:ext cx="1991656" cy="520699"/>
              <a:chOff x="0" y="0"/>
              <a:chExt cx="3429750" cy="896675"/>
            </a:xfrm>
          </p:grpSpPr>
          <p:pic>
            <p:nvPicPr>
              <p:cNvPr id="301" name="Google Shape;301;p11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2" name="Google Shape;302;p11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03" name="Google Shape;303;p1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8347294" y="1600887"/>
              <a:ext cx="796706" cy="52069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4" name="Google Shape;304;p11"/>
            <p:cNvGrpSpPr/>
            <p:nvPr/>
          </p:nvGrpSpPr>
          <p:grpSpPr>
            <a:xfrm flipH="1">
              <a:off x="7152344" y="798862"/>
              <a:ext cx="1991656" cy="520699"/>
              <a:chOff x="0" y="0"/>
              <a:chExt cx="3429750" cy="896675"/>
            </a:xfrm>
          </p:grpSpPr>
          <p:pic>
            <p:nvPicPr>
              <p:cNvPr id="305" name="Google Shape;305;p11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0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6" name="Google Shape;306;p11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2057775" y="0"/>
                <a:ext cx="1371975" cy="896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341547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BBF959-1146-4AF5-B91B-CD82D0598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AFABB-25DF-477D-99F2-2A891FAD36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6C594-E854-41DD-94D3-B838244D87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EC175C-7F91-4BEB-9637-94198B93DED9}" type="datetimeFigureOut">
              <a:rPr lang="en-US" smtClean="0"/>
              <a:t>11/12/2019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6176B-6D80-4F19-979E-1FAE90FECA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7A93B-49DE-4FDC-ABBE-6B20EED340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0E0BEC-80BA-4050-A830-F660CA065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569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44000">
              <a:schemeClr val="lt2"/>
            </a:gs>
            <a:gs pos="72000">
              <a:schemeClr val="lt2"/>
            </a:gs>
            <a:gs pos="100000">
              <a:srgbClr val="D0D8E5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035267" y="536933"/>
            <a:ext cx="4783200" cy="11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035267" y="2032500"/>
            <a:ext cx="10121600" cy="39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Montserrat Light"/>
              <a:buChar char="❑"/>
              <a:defRPr sz="20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lvl="1" indent="-3556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Montserrat Light"/>
              <a:buChar char="❏"/>
              <a:defRPr sz="20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lvl="2" indent="-3556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Montserrat Light"/>
              <a:buChar char="❏"/>
              <a:defRPr sz="20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lvl="3" indent="-3556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Montserrat Light"/>
              <a:buChar char="❏"/>
              <a:defRPr sz="20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lvl="4" indent="-3556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Montserrat Light"/>
              <a:buChar char="❏"/>
              <a:defRPr sz="20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lvl="5" indent="-3556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Montserrat Light"/>
              <a:buChar char="❏"/>
              <a:defRPr sz="20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lvl="6" indent="-3556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Montserrat Light"/>
              <a:buChar char="❏"/>
              <a:defRPr sz="20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lvl="7" indent="-3556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Montserrat Light"/>
              <a:buChar char="❏"/>
              <a:defRPr sz="20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lvl="8" indent="-3556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Montserrat Light"/>
              <a:buChar char="❏"/>
              <a:defRPr sz="20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639200" y="6312100"/>
            <a:ext cx="552800" cy="5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buNone/>
              <a:defRPr sz="1733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ctr">
              <a:buNone/>
              <a:defRPr sz="1733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ctr">
              <a:buNone/>
              <a:defRPr sz="1733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ctr">
              <a:buNone/>
              <a:defRPr sz="1733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ctr">
              <a:buNone/>
              <a:defRPr sz="1733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ctr">
              <a:buNone/>
              <a:defRPr sz="1733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ctr">
              <a:buNone/>
              <a:defRPr sz="1733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ctr">
              <a:buNone/>
              <a:defRPr sz="1733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ctr">
              <a:buNone/>
              <a:defRPr sz="1733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466856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70" r:id="rId9"/>
    <p:sldLayoutId id="2147483671" r:id="rId10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44000">
              <a:schemeClr val="lt2"/>
            </a:gs>
            <a:gs pos="72000">
              <a:schemeClr val="lt2"/>
            </a:gs>
            <a:gs pos="100000">
              <a:srgbClr val="D0D8E5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035267" y="536933"/>
            <a:ext cx="4783200" cy="11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035267" y="2032500"/>
            <a:ext cx="10121600" cy="39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Montserrat Light"/>
              <a:buChar char="❑"/>
              <a:defRPr sz="20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lvl="1" indent="-3556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Montserrat Light"/>
              <a:buChar char="❏"/>
              <a:defRPr sz="20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lvl="2" indent="-3556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Montserrat Light"/>
              <a:buChar char="❏"/>
              <a:defRPr sz="20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lvl="3" indent="-3556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Montserrat Light"/>
              <a:buChar char="❏"/>
              <a:defRPr sz="20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lvl="4" indent="-3556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Montserrat Light"/>
              <a:buChar char="❏"/>
              <a:defRPr sz="20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lvl="5" indent="-3556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Montserrat Light"/>
              <a:buChar char="❏"/>
              <a:defRPr sz="20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lvl="6" indent="-3556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Montserrat Light"/>
              <a:buChar char="❏"/>
              <a:defRPr sz="20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lvl="7" indent="-3556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Montserrat Light"/>
              <a:buChar char="❏"/>
              <a:defRPr sz="20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lvl="8" indent="-3556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Montserrat Light"/>
              <a:buChar char="❏"/>
              <a:defRPr sz="20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639200" y="6312100"/>
            <a:ext cx="552800" cy="5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buNone/>
              <a:defRPr sz="1733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ctr">
              <a:buNone/>
              <a:defRPr sz="1733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ctr">
              <a:buNone/>
              <a:defRPr sz="1733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ctr">
              <a:buNone/>
              <a:defRPr sz="1733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ctr">
              <a:buNone/>
              <a:defRPr sz="1733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ctr">
              <a:buNone/>
              <a:defRPr sz="1733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ctr">
              <a:buNone/>
              <a:defRPr sz="1733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ctr">
              <a:buNone/>
              <a:defRPr sz="1733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ctr">
              <a:buNone/>
              <a:defRPr sz="1733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1601614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0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4" Type="http://schemas.microsoft.com/office/2007/relationships/hdphoto" Target="../media/hdphoto1.wdp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2"/>
          <p:cNvSpPr txBox="1">
            <a:spLocks noGrp="1"/>
          </p:cNvSpPr>
          <p:nvPr>
            <p:ph type="ctrTitle"/>
          </p:nvPr>
        </p:nvSpPr>
        <p:spPr>
          <a:xfrm>
            <a:off x="2703496" y="2604420"/>
            <a:ext cx="6764400" cy="154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en-US" sz="4800" dirty="0"/>
              <a:t>Design and Development of a Wall Traversing Robot for Inspection Purposes</a:t>
            </a:r>
            <a:endParaRPr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1">
            <a:extLst>
              <a:ext uri="{FF2B5EF4-FFF2-40B4-BE49-F238E27FC236}">
                <a16:creationId xmlns:a16="http://schemas.microsoft.com/office/drawing/2014/main" id="{05B9CA1D-E85A-49F6-A232-A331938140E1}"/>
              </a:ext>
            </a:extLst>
          </p:cNvPr>
          <p:cNvSpPr txBox="1">
            <a:spLocks/>
          </p:cNvSpPr>
          <p:nvPr/>
        </p:nvSpPr>
        <p:spPr>
          <a:xfrm>
            <a:off x="495302" y="347136"/>
            <a:ext cx="11358033" cy="731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defTabSz="1219170">
              <a:buClr>
                <a:srgbClr val="252831"/>
              </a:buClr>
            </a:pPr>
            <a:r>
              <a:rPr lang="en-US" sz="5333" kern="0" dirty="0">
                <a:solidFill>
                  <a:srgbClr val="252831"/>
                </a:solidFill>
              </a:rPr>
              <a:t>Project Team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015D0026-836D-436F-8E3A-82543AC87A15}"/>
              </a:ext>
            </a:extLst>
          </p:cNvPr>
          <p:cNvSpPr txBox="1">
            <a:spLocks/>
          </p:cNvSpPr>
          <p:nvPr/>
        </p:nvSpPr>
        <p:spPr>
          <a:xfrm>
            <a:off x="11485533" y="6439246"/>
            <a:ext cx="367801" cy="19862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1219170"/>
            <a:fld id="{03DC2DEF-D2FE-4B45-ABA4-9F153FD1C98A}" type="slidenum">
              <a:rPr lang="en-US" sz="1867" kern="0"/>
              <a:pPr defTabSz="1219170"/>
              <a:t>2</a:t>
            </a:fld>
            <a:endParaRPr lang="en-US" sz="1867" kern="0" dirty="0"/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08859FD3-DCE2-4BE4-BE69-14E28E2BF711}"/>
              </a:ext>
            </a:extLst>
          </p:cNvPr>
          <p:cNvSpPr txBox="1">
            <a:spLocks/>
          </p:cNvSpPr>
          <p:nvPr/>
        </p:nvSpPr>
        <p:spPr>
          <a:xfrm>
            <a:off x="495302" y="4670215"/>
            <a:ext cx="2648728" cy="64257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defTabSz="1219170"/>
            <a:r>
              <a:rPr lang="en-US" sz="1867" kern="0" dirty="0">
                <a:latin typeface="Montserrat Light" panose="020B0604020202020204" charset="0"/>
              </a:rPr>
              <a:t>Syed Hasnain Rizvi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870CCF7F-41AA-46E5-9014-F919D924B25D}"/>
              </a:ext>
            </a:extLst>
          </p:cNvPr>
          <p:cNvSpPr txBox="1">
            <a:spLocks/>
          </p:cNvSpPr>
          <p:nvPr/>
        </p:nvSpPr>
        <p:spPr>
          <a:xfrm>
            <a:off x="3398403" y="4670215"/>
            <a:ext cx="2648728" cy="64257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defTabSz="1219170"/>
            <a:r>
              <a:rPr lang="en-US" sz="1867" kern="0" dirty="0">
                <a:latin typeface="Montserrat Light" panose="020B0604020202020204" charset="0"/>
              </a:rPr>
              <a:t>Hasan Rehman</a:t>
            </a:r>
          </a:p>
        </p:txBody>
      </p:sp>
      <p:sp>
        <p:nvSpPr>
          <p:cNvPr id="26" name="Text Placeholder 20">
            <a:extLst>
              <a:ext uri="{FF2B5EF4-FFF2-40B4-BE49-F238E27FC236}">
                <a16:creationId xmlns:a16="http://schemas.microsoft.com/office/drawing/2014/main" id="{874446A9-E722-4986-8FC3-0B65BAA7B64F}"/>
              </a:ext>
            </a:extLst>
          </p:cNvPr>
          <p:cNvSpPr txBox="1">
            <a:spLocks/>
          </p:cNvSpPr>
          <p:nvPr/>
        </p:nvSpPr>
        <p:spPr>
          <a:xfrm>
            <a:off x="6301505" y="4670215"/>
            <a:ext cx="2648728" cy="64257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defTabSz="1219170"/>
            <a:r>
              <a:rPr lang="en-US" sz="1867" kern="0" dirty="0">
                <a:latin typeface="Montserrat Light" panose="020B0604020202020204" charset="0"/>
              </a:rPr>
              <a:t>Muhammad </a:t>
            </a:r>
            <a:r>
              <a:rPr lang="en-US" sz="1867" kern="0" dirty="0" err="1">
                <a:latin typeface="Montserrat Light" panose="020B0604020202020204" charset="0"/>
              </a:rPr>
              <a:t>Asfandyar</a:t>
            </a:r>
            <a:r>
              <a:rPr lang="en-US" sz="1867" kern="0" dirty="0">
                <a:latin typeface="Montserrat Light" panose="020B0604020202020204" charset="0"/>
              </a:rPr>
              <a:t> </a:t>
            </a:r>
            <a:r>
              <a:rPr lang="en-US" sz="1867" kern="0" dirty="0" err="1">
                <a:latin typeface="Montserrat Light" panose="020B0604020202020204" charset="0"/>
              </a:rPr>
              <a:t>Durrani</a:t>
            </a:r>
            <a:endParaRPr lang="en-US" sz="1867" kern="0" dirty="0">
              <a:latin typeface="Montserrat Light" panose="020B0604020202020204" charset="0"/>
            </a:endParaRP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0A1BDAAB-6A0A-4C71-A407-BE08D34E607A}"/>
              </a:ext>
            </a:extLst>
          </p:cNvPr>
          <p:cNvSpPr txBox="1">
            <a:spLocks/>
          </p:cNvSpPr>
          <p:nvPr/>
        </p:nvSpPr>
        <p:spPr>
          <a:xfrm>
            <a:off x="9204609" y="4670215"/>
            <a:ext cx="2648728" cy="64257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defTabSz="1219170"/>
            <a:r>
              <a:rPr lang="en-US" sz="1867" kern="0" dirty="0">
                <a:latin typeface="Montserrat Light" panose="020B0604020202020204" charset="0"/>
              </a:rPr>
              <a:t>Hamis Yawar</a:t>
            </a:r>
          </a:p>
        </p:txBody>
      </p:sp>
      <p:pic>
        <p:nvPicPr>
          <p:cNvPr id="30" name="Picture Placeholder 24" descr="A person giving pose&#10;&#10;">
            <a:extLst>
              <a:ext uri="{FF2B5EF4-FFF2-40B4-BE49-F238E27FC236}">
                <a16:creationId xmlns:a16="http://schemas.microsoft.com/office/drawing/2014/main" id="{B57B5EA6-21E9-411A-B656-3CFF96ECC19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210" y="2204867"/>
            <a:ext cx="2460360" cy="2144868"/>
          </a:xfrm>
          <a:prstGeom prst="rect">
            <a:avLst/>
          </a:prstGeom>
        </p:spPr>
      </p:pic>
      <p:pic>
        <p:nvPicPr>
          <p:cNvPr id="32" name="Picture Placeholder 26" descr="Male ">
            <a:extLst>
              <a:ext uri="{FF2B5EF4-FFF2-40B4-BE49-F238E27FC236}">
                <a16:creationId xmlns:a16="http://schemas.microsoft.com/office/drawing/2014/main" id="{32BEF73E-750A-4FE3-9415-3BFF613B9FF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95783" y="2221801"/>
            <a:ext cx="2460360" cy="214486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F740A22-8C85-46F2-91D9-E2AB65AE5A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9730" y="2204868"/>
            <a:ext cx="2462997" cy="2145977"/>
          </a:xfrm>
          <a:prstGeom prst="rect">
            <a:avLst/>
          </a:prstGeom>
        </p:spPr>
      </p:pic>
      <p:pic>
        <p:nvPicPr>
          <p:cNvPr id="35" name="Picture Placeholder 24" descr="A person giving pose&#10;&#10;">
            <a:extLst>
              <a:ext uri="{FF2B5EF4-FFF2-40B4-BE49-F238E27FC236}">
                <a16:creationId xmlns:a16="http://schemas.microsoft.com/office/drawing/2014/main" id="{7B45B994-10FC-4C7B-BD2D-4B9D9F39FF5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98941" y="2204867"/>
            <a:ext cx="2460360" cy="2144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550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5"/>
          <p:cNvSpPr txBox="1">
            <a:spLocks noGrp="1"/>
          </p:cNvSpPr>
          <p:nvPr>
            <p:ph type="ctrTitle"/>
          </p:nvPr>
        </p:nvSpPr>
        <p:spPr>
          <a:xfrm>
            <a:off x="2703500" y="2172529"/>
            <a:ext cx="6784800" cy="154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" dirty="0">
                <a:solidFill>
                  <a:schemeClr val="accent2"/>
                </a:solidFill>
              </a:rPr>
              <a:t>1.</a:t>
            </a:r>
            <a:endParaRPr dirty="0">
              <a:solidFill>
                <a:schemeClr val="accent2"/>
              </a:solidFill>
            </a:endParaRPr>
          </a:p>
          <a:p>
            <a:r>
              <a:rPr lang="en-US" dirty="0"/>
              <a:t>OVERVIEW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7"/>
          <p:cNvSpPr txBox="1">
            <a:spLocks noGrp="1"/>
          </p:cNvSpPr>
          <p:nvPr>
            <p:ph type="title"/>
          </p:nvPr>
        </p:nvSpPr>
        <p:spPr>
          <a:xfrm>
            <a:off x="1035267" y="536933"/>
            <a:ext cx="4783200" cy="114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-US" sz="3600" dirty="0"/>
              <a:t>OVERVIEW</a:t>
            </a:r>
            <a:endParaRPr dirty="0"/>
          </a:p>
        </p:txBody>
      </p:sp>
      <p:sp>
        <p:nvSpPr>
          <p:cNvPr id="346" name="Google Shape;346;p17"/>
          <p:cNvSpPr txBox="1">
            <a:spLocks noGrp="1"/>
          </p:cNvSpPr>
          <p:nvPr>
            <p:ph type="body" idx="1"/>
          </p:nvPr>
        </p:nvSpPr>
        <p:spPr>
          <a:xfrm>
            <a:off x="1035267" y="2032500"/>
            <a:ext cx="10121600" cy="391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3200" dirty="0"/>
              <a:t>What is a wall traversing robot?</a:t>
            </a:r>
            <a:endParaRPr sz="3200" dirty="0"/>
          </a:p>
          <a:p>
            <a:pPr>
              <a:spcBef>
                <a:spcPts val="1333"/>
              </a:spcBef>
            </a:pPr>
            <a:r>
              <a:rPr lang="en-US" sz="3200" dirty="0"/>
              <a:t>Why do we need it?</a:t>
            </a:r>
            <a:endParaRPr sz="3200" dirty="0"/>
          </a:p>
          <a:p>
            <a:pPr>
              <a:spcBef>
                <a:spcPts val="1333"/>
              </a:spcBef>
            </a:pPr>
            <a:r>
              <a:rPr lang="en-US" sz="3200" dirty="0"/>
              <a:t>Why are we working on it?</a:t>
            </a:r>
            <a:r>
              <a:rPr lang="en" sz="3200" dirty="0"/>
              <a:t> </a:t>
            </a:r>
            <a:endParaRPr sz="3200" dirty="0"/>
          </a:p>
        </p:txBody>
      </p:sp>
      <p:sp>
        <p:nvSpPr>
          <p:cNvPr id="347" name="Google Shape;347;p17"/>
          <p:cNvSpPr txBox="1">
            <a:spLocks noGrp="1"/>
          </p:cNvSpPr>
          <p:nvPr>
            <p:ph type="sldNum" idx="12"/>
          </p:nvPr>
        </p:nvSpPr>
        <p:spPr>
          <a:xfrm>
            <a:off x="11639200" y="6312100"/>
            <a:ext cx="552800" cy="546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>
                <a:solidFill>
                  <a:srgbClr val="68728D"/>
                </a:solidFill>
              </a:rPr>
              <a:pPr defTabSz="1219170">
                <a:buClr>
                  <a:srgbClr val="000000"/>
                </a:buClr>
              </a:pPr>
              <a:t>4</a:t>
            </a:fld>
            <a:endParaRPr kern="0">
              <a:solidFill>
                <a:srgbClr val="68728D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A1253-4E30-4D4B-97D4-DEFB27766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267" y="536933"/>
            <a:ext cx="5221154" cy="1142400"/>
          </a:xfrm>
        </p:spPr>
        <p:txBody>
          <a:bodyPr/>
          <a:lstStyle/>
          <a:p>
            <a:r>
              <a:rPr lang="en-US" sz="2800" dirty="0"/>
              <a:t>What is a wall traversing robot?</a:t>
            </a:r>
            <a:br>
              <a:rPr lang="en-PK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9FFFAF-8614-4EE5-83CE-AA66E54188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/>
              <a:t>A type of mobile robot which uses different mechanisms for moving on vertical surfaces</a:t>
            </a:r>
          </a:p>
          <a:p>
            <a:r>
              <a:rPr lang="en-US" sz="2400" dirty="0"/>
              <a:t>Designed with the purpose of fulfilling tasks where surface contact is required</a:t>
            </a:r>
          </a:p>
          <a:p>
            <a:r>
              <a:rPr lang="en-US" sz="2400" dirty="0"/>
              <a:t>Inspection and surveillance of difficult places is needed at various organizations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F06549-8C19-433E-8EE1-82F469F83F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5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39656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1A670-8486-4681-9F43-55467846B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Why do we need it?</a:t>
            </a:r>
            <a:br>
              <a:rPr lang="en-PK" sz="2800" dirty="0"/>
            </a:br>
            <a:endParaRPr lang="en-US"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4F746-AD0B-4EEF-8A49-2A8EC4B59D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Can perform tasks that a human would deem too dangerous</a:t>
            </a:r>
          </a:p>
          <a:p>
            <a:r>
              <a:rPr lang="en-US" sz="2800" dirty="0"/>
              <a:t>Can reduce a lot of manual and labor work at elevated surfaces</a:t>
            </a:r>
          </a:p>
          <a:p>
            <a:r>
              <a:rPr lang="en-US" sz="2800" dirty="0"/>
              <a:t>Inspection and surveillance of difficult places is needed at various organizations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E6C63D-3D33-4E17-9835-70C5548ADC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6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626892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343D6-3E24-4C32-A5C0-FDDCCE682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Why are we working on it?</a:t>
            </a:r>
            <a:br>
              <a:rPr lang="en-PK" sz="2800" dirty="0"/>
            </a:br>
            <a:endParaRPr lang="en-US"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94C755-34DB-473F-8F5D-80D0018DF0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It is a field with enormous untapped potential</a:t>
            </a:r>
            <a:endParaRPr lang="en-PK" sz="2800" dirty="0"/>
          </a:p>
          <a:p>
            <a:r>
              <a:rPr lang="en-US" sz="2800" dirty="0"/>
              <a:t>It requires solid innovations, critical analysis and creative thinking</a:t>
            </a:r>
          </a:p>
          <a:p>
            <a:r>
              <a:rPr lang="en-US" sz="2800" dirty="0"/>
              <a:t>Demand of multiple axis moving robot is high and it is a good prospect for start up</a:t>
            </a:r>
            <a:endParaRPr lang="en-PK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189EE0-31FE-4242-99CE-A6C2C8626D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7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99980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8FFED"/>
            </a:gs>
            <a:gs pos="62000">
              <a:schemeClr val="accent4"/>
            </a:gs>
            <a:gs pos="100000">
              <a:srgbClr val="86B55A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8"/>
          <p:cNvSpPr txBox="1">
            <a:spLocks noGrp="1"/>
          </p:cNvSpPr>
          <p:nvPr>
            <p:ph type="sldNum" idx="12"/>
          </p:nvPr>
        </p:nvSpPr>
        <p:spPr>
          <a:xfrm>
            <a:off x="11639200" y="6312100"/>
            <a:ext cx="552800" cy="546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>
                <a:solidFill>
                  <a:srgbClr val="FFFFFF"/>
                </a:solidFill>
              </a:rPr>
              <a:pPr defTabSz="1219170">
                <a:buClr>
                  <a:srgbClr val="000000"/>
                </a:buClr>
              </a:pPr>
              <a:t>8</a:t>
            </a:fld>
            <a:endParaRPr kern="0">
              <a:solidFill>
                <a:srgbClr val="FFFFFF"/>
              </a:solidFill>
            </a:endParaRPr>
          </a:p>
        </p:txBody>
      </p:sp>
      <p:sp>
        <p:nvSpPr>
          <p:cNvPr id="18" name="Google Shape;389;p21">
            <a:extLst>
              <a:ext uri="{FF2B5EF4-FFF2-40B4-BE49-F238E27FC236}">
                <a16:creationId xmlns:a16="http://schemas.microsoft.com/office/drawing/2014/main" id="{80E89FF2-F633-423D-A54D-194ED9C4367E}"/>
              </a:ext>
            </a:extLst>
          </p:cNvPr>
          <p:cNvSpPr txBox="1">
            <a:spLocks/>
          </p:cNvSpPr>
          <p:nvPr/>
        </p:nvSpPr>
        <p:spPr>
          <a:xfrm>
            <a:off x="776450" y="402700"/>
            <a:ext cx="3587400" cy="856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800" b="1" kern="0" dirty="0">
                <a:latin typeface="Poppins" panose="00000500000000000000" charset="0"/>
                <a:cs typeface="Poppins" panose="00000500000000000000" charset="0"/>
              </a:rPr>
              <a:t>PROBLEM STATEMENT</a:t>
            </a:r>
          </a:p>
        </p:txBody>
      </p:sp>
      <p:sp>
        <p:nvSpPr>
          <p:cNvPr id="19" name="Google Shape;390;p21">
            <a:extLst>
              <a:ext uri="{FF2B5EF4-FFF2-40B4-BE49-F238E27FC236}">
                <a16:creationId xmlns:a16="http://schemas.microsoft.com/office/drawing/2014/main" id="{C5333D3A-0DE1-4CAD-A955-F43DD47E5A60}"/>
              </a:ext>
            </a:extLst>
          </p:cNvPr>
          <p:cNvSpPr txBox="1">
            <a:spLocks/>
          </p:cNvSpPr>
          <p:nvPr/>
        </p:nvSpPr>
        <p:spPr>
          <a:xfrm>
            <a:off x="776449" y="1713863"/>
            <a:ext cx="3939929" cy="343027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600"/>
              </a:spcBef>
            </a:pPr>
            <a:r>
              <a:rPr lang="en-US" sz="2400" b="1" kern="0" dirty="0">
                <a:latin typeface="Montserrat" panose="00000500000000000000" charset="0"/>
              </a:rPr>
              <a:t>Objective</a:t>
            </a:r>
          </a:p>
          <a:p>
            <a:pPr>
              <a:spcBef>
                <a:spcPts val="600"/>
              </a:spcBef>
            </a:pPr>
            <a:endParaRPr lang="en-US" sz="2000" kern="0" dirty="0">
              <a:latin typeface="Montserrat Light" panose="00000400000000000000" charset="0"/>
            </a:endParaRPr>
          </a:p>
          <a:p>
            <a:pPr>
              <a:spcBef>
                <a:spcPts val="600"/>
              </a:spcBef>
            </a:pPr>
            <a:r>
              <a:rPr lang="en-US" sz="2000" kern="0" dirty="0">
                <a:latin typeface="Montserrat Light" panose="00000400000000000000" charset="0"/>
              </a:rPr>
              <a:t>The aim is to develop a four wheeled mobile robot that is capable of traversing on a vertical surface in any direction, according to user instructions or autonomously.</a:t>
            </a:r>
          </a:p>
          <a:p>
            <a:pPr>
              <a:spcBef>
                <a:spcPts val="600"/>
              </a:spcBef>
            </a:pPr>
            <a:endParaRPr lang="en-US" sz="2000" kern="0" dirty="0">
              <a:latin typeface="Montserrat Light" panose="00000400000000000000" charset="0"/>
            </a:endParaRPr>
          </a:p>
        </p:txBody>
      </p:sp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CF2AB298-4534-437B-87FE-FDB95A7132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3644777"/>
              </p:ext>
            </p:extLst>
          </p:nvPr>
        </p:nvGraphicFramePr>
        <p:xfrm>
          <a:off x="4716378" y="1695179"/>
          <a:ext cx="6105614" cy="39549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2"/>
          <p:cNvSpPr txBox="1">
            <a:spLocks noGrp="1"/>
          </p:cNvSpPr>
          <p:nvPr>
            <p:ph type="sldNum" idx="12"/>
          </p:nvPr>
        </p:nvSpPr>
        <p:spPr>
          <a:xfrm>
            <a:off x="11639200" y="6312100"/>
            <a:ext cx="552800" cy="546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>
                <a:solidFill>
                  <a:srgbClr val="68728D"/>
                </a:solidFill>
              </a:rPr>
              <a:pPr defTabSz="1219170">
                <a:buClr>
                  <a:srgbClr val="000000"/>
                </a:buClr>
              </a:pPr>
              <a:t>9</a:t>
            </a:fld>
            <a:endParaRPr kern="0">
              <a:solidFill>
                <a:srgbClr val="68728D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16CB8FD-2B09-481A-9C7D-2FB5D6C24888}"/>
              </a:ext>
            </a:extLst>
          </p:cNvPr>
          <p:cNvGrpSpPr>
            <a:grpSpLocks noChangeAspect="1"/>
          </p:cNvGrpSpPr>
          <p:nvPr/>
        </p:nvGrpSpPr>
        <p:grpSpPr>
          <a:xfrm>
            <a:off x="5344558" y="1245496"/>
            <a:ext cx="2311850" cy="2183503"/>
            <a:chOff x="335615" y="1028218"/>
            <a:chExt cx="5395334" cy="509579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21FBFC0-4BB7-43C3-8546-E5487B7F29D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35615" y="1028218"/>
              <a:ext cx="5395334" cy="5095799"/>
              <a:chOff x="6330862" y="503694"/>
              <a:chExt cx="5395334" cy="5095799"/>
            </a:xfrm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9E0AEBCF-219F-49C2-B497-772AA8B9B1F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330862" y="503694"/>
                <a:ext cx="5395334" cy="5095799"/>
              </a:xfrm>
              <a:custGeom>
                <a:avLst/>
                <a:gdLst>
                  <a:gd name="connsiteX0" fmla="*/ 1462942 w 5395334"/>
                  <a:gd name="connsiteY0" fmla="*/ 0 h 5095799"/>
                  <a:gd name="connsiteX1" fmla="*/ 3984988 w 5395334"/>
                  <a:gd name="connsiteY1" fmla="*/ 0 h 5095799"/>
                  <a:gd name="connsiteX2" fmla="*/ 3985441 w 5395334"/>
                  <a:gd name="connsiteY2" fmla="*/ 92 h 5095799"/>
                  <a:gd name="connsiteX3" fmla="*/ 3986349 w 5395334"/>
                  <a:gd name="connsiteY3" fmla="*/ 0 h 5095799"/>
                  <a:gd name="connsiteX4" fmla="*/ 3992111 w 5395334"/>
                  <a:gd name="connsiteY4" fmla="*/ 871 h 5095799"/>
                  <a:gd name="connsiteX5" fmla="*/ 4000743 w 5395334"/>
                  <a:gd name="connsiteY5" fmla="*/ 1 h 5095799"/>
                  <a:gd name="connsiteX6" fmla="*/ 4158030 w 5395334"/>
                  <a:gd name="connsiteY6" fmla="*/ 74177 h 5095799"/>
                  <a:gd name="connsiteX7" fmla="*/ 4166080 w 5395334"/>
                  <a:gd name="connsiteY7" fmla="*/ 87444 h 5095799"/>
                  <a:gd name="connsiteX8" fmla="*/ 4186897 w 5395334"/>
                  <a:gd name="connsiteY8" fmla="*/ 105256 h 5095799"/>
                  <a:gd name="connsiteX9" fmla="*/ 4636731 w 5395334"/>
                  <a:gd name="connsiteY9" fmla="*/ 990052 h 5095799"/>
                  <a:gd name="connsiteX10" fmla="*/ 4637035 w 5395334"/>
                  <a:gd name="connsiteY10" fmla="*/ 993958 h 5095799"/>
                  <a:gd name="connsiteX11" fmla="*/ 5366099 w 5395334"/>
                  <a:gd name="connsiteY11" fmla="*/ 2424827 h 5095799"/>
                  <a:gd name="connsiteX12" fmla="*/ 5373320 w 5395334"/>
                  <a:gd name="connsiteY12" fmla="*/ 2450714 h 5095799"/>
                  <a:gd name="connsiteX13" fmla="*/ 5372392 w 5395334"/>
                  <a:gd name="connsiteY13" fmla="*/ 2458289 h 5095799"/>
                  <a:gd name="connsiteX14" fmla="*/ 5379316 w 5395334"/>
                  <a:gd name="connsiteY14" fmla="*/ 2468559 h 5095799"/>
                  <a:gd name="connsiteX15" fmla="*/ 5395334 w 5395334"/>
                  <a:gd name="connsiteY15" fmla="*/ 2547900 h 5095799"/>
                  <a:gd name="connsiteX16" fmla="*/ 5379316 w 5395334"/>
                  <a:gd name="connsiteY16" fmla="*/ 2627240 h 5095799"/>
                  <a:gd name="connsiteX17" fmla="*/ 5363764 w 5395334"/>
                  <a:gd name="connsiteY17" fmla="*/ 2650306 h 5095799"/>
                  <a:gd name="connsiteX18" fmla="*/ 5364107 w 5395334"/>
                  <a:gd name="connsiteY18" fmla="*/ 2653148 h 5095799"/>
                  <a:gd name="connsiteX19" fmla="*/ 5356836 w 5395334"/>
                  <a:gd name="connsiteY19" fmla="*/ 2679021 h 5095799"/>
                  <a:gd name="connsiteX20" fmla="*/ 4189123 w 5395334"/>
                  <a:gd name="connsiteY20" fmla="*/ 4959727 h 5095799"/>
                  <a:gd name="connsiteX21" fmla="*/ 4172383 w 5395334"/>
                  <a:gd name="connsiteY21" fmla="*/ 4980751 h 5095799"/>
                  <a:gd name="connsiteX22" fmla="*/ 4166445 w 5395334"/>
                  <a:gd name="connsiteY22" fmla="*/ 4984029 h 5095799"/>
                  <a:gd name="connsiteX23" fmla="*/ 4143637 w 5395334"/>
                  <a:gd name="connsiteY23" fmla="*/ 5021623 h 5095799"/>
                  <a:gd name="connsiteX24" fmla="*/ 3986349 w 5395334"/>
                  <a:gd name="connsiteY24" fmla="*/ 5095798 h 5095799"/>
                  <a:gd name="connsiteX25" fmla="*/ 3970285 w 5395334"/>
                  <a:gd name="connsiteY25" fmla="*/ 5094179 h 5095799"/>
                  <a:gd name="connsiteX26" fmla="*/ 3940417 w 5395334"/>
                  <a:gd name="connsiteY26" fmla="*/ 5094179 h 5095799"/>
                  <a:gd name="connsiteX27" fmla="*/ 3932392 w 5395334"/>
                  <a:gd name="connsiteY27" fmla="*/ 5095799 h 5095799"/>
                  <a:gd name="connsiteX28" fmla="*/ 1410346 w 5395334"/>
                  <a:gd name="connsiteY28" fmla="*/ 5095799 h 5095799"/>
                  <a:gd name="connsiteX29" fmla="*/ 1409893 w 5395334"/>
                  <a:gd name="connsiteY29" fmla="*/ 5095708 h 5095799"/>
                  <a:gd name="connsiteX30" fmla="*/ 1408985 w 5395334"/>
                  <a:gd name="connsiteY30" fmla="*/ 5095799 h 5095799"/>
                  <a:gd name="connsiteX31" fmla="*/ 1403223 w 5395334"/>
                  <a:gd name="connsiteY31" fmla="*/ 5094928 h 5095799"/>
                  <a:gd name="connsiteX32" fmla="*/ 1394591 w 5395334"/>
                  <a:gd name="connsiteY32" fmla="*/ 5095798 h 5095799"/>
                  <a:gd name="connsiteX33" fmla="*/ 1206778 w 5395334"/>
                  <a:gd name="connsiteY33" fmla="*/ 4971308 h 5095799"/>
                  <a:gd name="connsiteX34" fmla="*/ 1206697 w 5395334"/>
                  <a:gd name="connsiteY34" fmla="*/ 4970904 h 5095799"/>
                  <a:gd name="connsiteX35" fmla="*/ 1195395 w 5395334"/>
                  <a:gd name="connsiteY35" fmla="*/ 4961234 h 5095799"/>
                  <a:gd name="connsiteX36" fmla="*/ 838951 w 5395334"/>
                  <a:gd name="connsiteY36" fmla="*/ 4260131 h 5095799"/>
                  <a:gd name="connsiteX37" fmla="*/ 29235 w 5395334"/>
                  <a:gd name="connsiteY37" fmla="*/ 2670972 h 5095799"/>
                  <a:gd name="connsiteX38" fmla="*/ 22014 w 5395334"/>
                  <a:gd name="connsiteY38" fmla="*/ 2645085 h 5095799"/>
                  <a:gd name="connsiteX39" fmla="*/ 22942 w 5395334"/>
                  <a:gd name="connsiteY39" fmla="*/ 2637511 h 5095799"/>
                  <a:gd name="connsiteX40" fmla="*/ 16019 w 5395334"/>
                  <a:gd name="connsiteY40" fmla="*/ 2627240 h 5095799"/>
                  <a:gd name="connsiteX41" fmla="*/ 0 w 5395334"/>
                  <a:gd name="connsiteY41" fmla="*/ 2547900 h 5095799"/>
                  <a:gd name="connsiteX42" fmla="*/ 16019 w 5395334"/>
                  <a:gd name="connsiteY42" fmla="*/ 2468559 h 5095799"/>
                  <a:gd name="connsiteX43" fmla="*/ 31570 w 5395334"/>
                  <a:gd name="connsiteY43" fmla="*/ 2445493 h 5095799"/>
                  <a:gd name="connsiteX44" fmla="*/ 31227 w 5395334"/>
                  <a:gd name="connsiteY44" fmla="*/ 2442651 h 5095799"/>
                  <a:gd name="connsiteX45" fmla="*/ 38498 w 5395334"/>
                  <a:gd name="connsiteY45" fmla="*/ 2416779 h 5095799"/>
                  <a:gd name="connsiteX46" fmla="*/ 1206211 w 5395334"/>
                  <a:gd name="connsiteY46" fmla="*/ 136072 h 5095799"/>
                  <a:gd name="connsiteX47" fmla="*/ 1222951 w 5395334"/>
                  <a:gd name="connsiteY47" fmla="*/ 115048 h 5095799"/>
                  <a:gd name="connsiteX48" fmla="*/ 1228889 w 5395334"/>
                  <a:gd name="connsiteY48" fmla="*/ 111770 h 5095799"/>
                  <a:gd name="connsiteX49" fmla="*/ 1251698 w 5395334"/>
                  <a:gd name="connsiteY49" fmla="*/ 74176 h 5095799"/>
                  <a:gd name="connsiteX50" fmla="*/ 1408985 w 5395334"/>
                  <a:gd name="connsiteY50" fmla="*/ 1 h 5095799"/>
                  <a:gd name="connsiteX51" fmla="*/ 1425049 w 5395334"/>
                  <a:gd name="connsiteY51" fmla="*/ 1621 h 5095799"/>
                  <a:gd name="connsiteX52" fmla="*/ 1454917 w 5395334"/>
                  <a:gd name="connsiteY52" fmla="*/ 1621 h 50957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</a:cxnLst>
                <a:rect l="l" t="t" r="r" b="b"/>
                <a:pathLst>
                  <a:path w="5395334" h="5095799">
                    <a:moveTo>
                      <a:pt x="1462942" y="0"/>
                    </a:moveTo>
                    <a:lnTo>
                      <a:pt x="3984988" y="0"/>
                    </a:lnTo>
                    <a:lnTo>
                      <a:pt x="3985441" y="92"/>
                    </a:lnTo>
                    <a:lnTo>
                      <a:pt x="3986349" y="0"/>
                    </a:lnTo>
                    <a:lnTo>
                      <a:pt x="3992111" y="871"/>
                    </a:lnTo>
                    <a:lnTo>
                      <a:pt x="4000743" y="1"/>
                    </a:lnTo>
                    <a:cubicBezTo>
                      <a:pt x="4064066" y="1"/>
                      <a:pt x="4120644" y="28876"/>
                      <a:pt x="4158030" y="74177"/>
                    </a:cubicBezTo>
                    <a:lnTo>
                      <a:pt x="4166080" y="87444"/>
                    </a:lnTo>
                    <a:lnTo>
                      <a:pt x="4186897" y="105256"/>
                    </a:lnTo>
                    <a:lnTo>
                      <a:pt x="4636731" y="990052"/>
                    </a:lnTo>
                    <a:lnTo>
                      <a:pt x="4637035" y="993958"/>
                    </a:lnTo>
                    <a:lnTo>
                      <a:pt x="5366099" y="2424827"/>
                    </a:lnTo>
                    <a:cubicBezTo>
                      <a:pt x="5370342" y="2433153"/>
                      <a:pt x="5372696" y="2441945"/>
                      <a:pt x="5373320" y="2450714"/>
                    </a:cubicBezTo>
                    <a:lnTo>
                      <a:pt x="5372392" y="2458289"/>
                    </a:lnTo>
                    <a:lnTo>
                      <a:pt x="5379316" y="2468559"/>
                    </a:lnTo>
                    <a:cubicBezTo>
                      <a:pt x="5389631" y="2492945"/>
                      <a:pt x="5395334" y="2519756"/>
                      <a:pt x="5395334" y="2547900"/>
                    </a:cubicBezTo>
                    <a:cubicBezTo>
                      <a:pt x="5395334" y="2576042"/>
                      <a:pt x="5389631" y="2602854"/>
                      <a:pt x="5379316" y="2627240"/>
                    </a:cubicBezTo>
                    <a:lnTo>
                      <a:pt x="5363764" y="2650306"/>
                    </a:lnTo>
                    <a:lnTo>
                      <a:pt x="5364107" y="2653148"/>
                    </a:lnTo>
                    <a:cubicBezTo>
                      <a:pt x="5363465" y="2661916"/>
                      <a:pt x="5361095" y="2670703"/>
                      <a:pt x="5356836" y="2679021"/>
                    </a:cubicBezTo>
                    <a:lnTo>
                      <a:pt x="4189123" y="4959727"/>
                    </a:lnTo>
                    <a:cubicBezTo>
                      <a:pt x="4184864" y="4968044"/>
                      <a:pt x="4179122" y="4975105"/>
                      <a:pt x="4172383" y="4980751"/>
                    </a:cubicBezTo>
                    <a:lnTo>
                      <a:pt x="4166445" y="4984029"/>
                    </a:lnTo>
                    <a:lnTo>
                      <a:pt x="4143637" y="5021623"/>
                    </a:lnTo>
                    <a:cubicBezTo>
                      <a:pt x="4106251" y="5066924"/>
                      <a:pt x="4049673" y="5095798"/>
                      <a:pt x="3986349" y="5095798"/>
                    </a:cubicBezTo>
                    <a:lnTo>
                      <a:pt x="3970285" y="5094179"/>
                    </a:lnTo>
                    <a:lnTo>
                      <a:pt x="3940417" y="5094179"/>
                    </a:lnTo>
                    <a:lnTo>
                      <a:pt x="3932392" y="5095799"/>
                    </a:lnTo>
                    <a:lnTo>
                      <a:pt x="1410346" y="5095799"/>
                    </a:lnTo>
                    <a:lnTo>
                      <a:pt x="1409893" y="5095708"/>
                    </a:lnTo>
                    <a:lnTo>
                      <a:pt x="1408985" y="5095799"/>
                    </a:lnTo>
                    <a:lnTo>
                      <a:pt x="1403223" y="5094928"/>
                    </a:lnTo>
                    <a:lnTo>
                      <a:pt x="1394591" y="5095798"/>
                    </a:lnTo>
                    <a:cubicBezTo>
                      <a:pt x="1310161" y="5095798"/>
                      <a:pt x="1237720" y="5044466"/>
                      <a:pt x="1206778" y="4971308"/>
                    </a:cubicBezTo>
                    <a:lnTo>
                      <a:pt x="1206697" y="4970904"/>
                    </a:lnTo>
                    <a:lnTo>
                      <a:pt x="1195395" y="4961234"/>
                    </a:lnTo>
                    <a:lnTo>
                      <a:pt x="838951" y="4260131"/>
                    </a:lnTo>
                    <a:lnTo>
                      <a:pt x="29235" y="2670972"/>
                    </a:lnTo>
                    <a:cubicBezTo>
                      <a:pt x="24992" y="2662646"/>
                      <a:pt x="22638" y="2653855"/>
                      <a:pt x="22014" y="2645085"/>
                    </a:cubicBezTo>
                    <a:lnTo>
                      <a:pt x="22942" y="2637511"/>
                    </a:lnTo>
                    <a:lnTo>
                      <a:pt x="16019" y="2627240"/>
                    </a:lnTo>
                    <a:cubicBezTo>
                      <a:pt x="5703" y="2602854"/>
                      <a:pt x="0" y="2576044"/>
                      <a:pt x="0" y="2547900"/>
                    </a:cubicBezTo>
                    <a:cubicBezTo>
                      <a:pt x="0" y="2519757"/>
                      <a:pt x="5703" y="2492945"/>
                      <a:pt x="16019" y="2468559"/>
                    </a:cubicBezTo>
                    <a:lnTo>
                      <a:pt x="31570" y="2445493"/>
                    </a:lnTo>
                    <a:lnTo>
                      <a:pt x="31227" y="2442651"/>
                    </a:lnTo>
                    <a:cubicBezTo>
                      <a:pt x="31869" y="2433883"/>
                      <a:pt x="34240" y="2425097"/>
                      <a:pt x="38498" y="2416779"/>
                    </a:cubicBezTo>
                    <a:lnTo>
                      <a:pt x="1206211" y="136072"/>
                    </a:lnTo>
                    <a:cubicBezTo>
                      <a:pt x="1210470" y="127755"/>
                      <a:pt x="1216212" y="120694"/>
                      <a:pt x="1222951" y="115048"/>
                    </a:cubicBezTo>
                    <a:lnTo>
                      <a:pt x="1228889" y="111770"/>
                    </a:lnTo>
                    <a:lnTo>
                      <a:pt x="1251698" y="74176"/>
                    </a:lnTo>
                    <a:cubicBezTo>
                      <a:pt x="1289084" y="28876"/>
                      <a:pt x="1345662" y="1"/>
                      <a:pt x="1408985" y="1"/>
                    </a:cubicBezTo>
                    <a:lnTo>
                      <a:pt x="1425049" y="1621"/>
                    </a:lnTo>
                    <a:lnTo>
                      <a:pt x="1454917" y="162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401C9744-AEC6-4BBA-917B-D64C07459FD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801786" y="948473"/>
                <a:ext cx="4453485" cy="4206240"/>
              </a:xfrm>
              <a:custGeom>
                <a:avLst/>
                <a:gdLst>
                  <a:gd name="connsiteX0" fmla="*/ 1462942 w 5395334"/>
                  <a:gd name="connsiteY0" fmla="*/ 0 h 5095799"/>
                  <a:gd name="connsiteX1" fmla="*/ 3984988 w 5395334"/>
                  <a:gd name="connsiteY1" fmla="*/ 0 h 5095799"/>
                  <a:gd name="connsiteX2" fmla="*/ 3985441 w 5395334"/>
                  <a:gd name="connsiteY2" fmla="*/ 92 h 5095799"/>
                  <a:gd name="connsiteX3" fmla="*/ 3986349 w 5395334"/>
                  <a:gd name="connsiteY3" fmla="*/ 0 h 5095799"/>
                  <a:gd name="connsiteX4" fmla="*/ 3992111 w 5395334"/>
                  <a:gd name="connsiteY4" fmla="*/ 871 h 5095799"/>
                  <a:gd name="connsiteX5" fmla="*/ 4000743 w 5395334"/>
                  <a:gd name="connsiteY5" fmla="*/ 1 h 5095799"/>
                  <a:gd name="connsiteX6" fmla="*/ 4158030 w 5395334"/>
                  <a:gd name="connsiteY6" fmla="*/ 74177 h 5095799"/>
                  <a:gd name="connsiteX7" fmla="*/ 4166080 w 5395334"/>
                  <a:gd name="connsiteY7" fmla="*/ 87444 h 5095799"/>
                  <a:gd name="connsiteX8" fmla="*/ 4186897 w 5395334"/>
                  <a:gd name="connsiteY8" fmla="*/ 105256 h 5095799"/>
                  <a:gd name="connsiteX9" fmla="*/ 4636731 w 5395334"/>
                  <a:gd name="connsiteY9" fmla="*/ 990052 h 5095799"/>
                  <a:gd name="connsiteX10" fmla="*/ 4637035 w 5395334"/>
                  <a:gd name="connsiteY10" fmla="*/ 993958 h 5095799"/>
                  <a:gd name="connsiteX11" fmla="*/ 5366099 w 5395334"/>
                  <a:gd name="connsiteY11" fmla="*/ 2424827 h 5095799"/>
                  <a:gd name="connsiteX12" fmla="*/ 5373320 w 5395334"/>
                  <a:gd name="connsiteY12" fmla="*/ 2450714 h 5095799"/>
                  <a:gd name="connsiteX13" fmla="*/ 5372392 w 5395334"/>
                  <a:gd name="connsiteY13" fmla="*/ 2458289 h 5095799"/>
                  <a:gd name="connsiteX14" fmla="*/ 5379316 w 5395334"/>
                  <a:gd name="connsiteY14" fmla="*/ 2468559 h 5095799"/>
                  <a:gd name="connsiteX15" fmla="*/ 5395334 w 5395334"/>
                  <a:gd name="connsiteY15" fmla="*/ 2547900 h 5095799"/>
                  <a:gd name="connsiteX16" fmla="*/ 5379316 w 5395334"/>
                  <a:gd name="connsiteY16" fmla="*/ 2627240 h 5095799"/>
                  <a:gd name="connsiteX17" fmla="*/ 5363764 w 5395334"/>
                  <a:gd name="connsiteY17" fmla="*/ 2650306 h 5095799"/>
                  <a:gd name="connsiteX18" fmla="*/ 5364107 w 5395334"/>
                  <a:gd name="connsiteY18" fmla="*/ 2653148 h 5095799"/>
                  <a:gd name="connsiteX19" fmla="*/ 5356836 w 5395334"/>
                  <a:gd name="connsiteY19" fmla="*/ 2679021 h 5095799"/>
                  <a:gd name="connsiteX20" fmla="*/ 4189123 w 5395334"/>
                  <a:gd name="connsiteY20" fmla="*/ 4959727 h 5095799"/>
                  <a:gd name="connsiteX21" fmla="*/ 4172383 w 5395334"/>
                  <a:gd name="connsiteY21" fmla="*/ 4980751 h 5095799"/>
                  <a:gd name="connsiteX22" fmla="*/ 4166445 w 5395334"/>
                  <a:gd name="connsiteY22" fmla="*/ 4984029 h 5095799"/>
                  <a:gd name="connsiteX23" fmla="*/ 4143637 w 5395334"/>
                  <a:gd name="connsiteY23" fmla="*/ 5021623 h 5095799"/>
                  <a:gd name="connsiteX24" fmla="*/ 3986349 w 5395334"/>
                  <a:gd name="connsiteY24" fmla="*/ 5095798 h 5095799"/>
                  <a:gd name="connsiteX25" fmla="*/ 3970285 w 5395334"/>
                  <a:gd name="connsiteY25" fmla="*/ 5094179 h 5095799"/>
                  <a:gd name="connsiteX26" fmla="*/ 3940417 w 5395334"/>
                  <a:gd name="connsiteY26" fmla="*/ 5094179 h 5095799"/>
                  <a:gd name="connsiteX27" fmla="*/ 3932392 w 5395334"/>
                  <a:gd name="connsiteY27" fmla="*/ 5095799 h 5095799"/>
                  <a:gd name="connsiteX28" fmla="*/ 1410346 w 5395334"/>
                  <a:gd name="connsiteY28" fmla="*/ 5095799 h 5095799"/>
                  <a:gd name="connsiteX29" fmla="*/ 1409893 w 5395334"/>
                  <a:gd name="connsiteY29" fmla="*/ 5095708 h 5095799"/>
                  <a:gd name="connsiteX30" fmla="*/ 1408985 w 5395334"/>
                  <a:gd name="connsiteY30" fmla="*/ 5095799 h 5095799"/>
                  <a:gd name="connsiteX31" fmla="*/ 1403223 w 5395334"/>
                  <a:gd name="connsiteY31" fmla="*/ 5094928 h 5095799"/>
                  <a:gd name="connsiteX32" fmla="*/ 1394591 w 5395334"/>
                  <a:gd name="connsiteY32" fmla="*/ 5095798 h 5095799"/>
                  <a:gd name="connsiteX33" fmla="*/ 1206778 w 5395334"/>
                  <a:gd name="connsiteY33" fmla="*/ 4971308 h 5095799"/>
                  <a:gd name="connsiteX34" fmla="*/ 1206697 w 5395334"/>
                  <a:gd name="connsiteY34" fmla="*/ 4970904 h 5095799"/>
                  <a:gd name="connsiteX35" fmla="*/ 1195395 w 5395334"/>
                  <a:gd name="connsiteY35" fmla="*/ 4961234 h 5095799"/>
                  <a:gd name="connsiteX36" fmla="*/ 838951 w 5395334"/>
                  <a:gd name="connsiteY36" fmla="*/ 4260131 h 5095799"/>
                  <a:gd name="connsiteX37" fmla="*/ 29235 w 5395334"/>
                  <a:gd name="connsiteY37" fmla="*/ 2670972 h 5095799"/>
                  <a:gd name="connsiteX38" fmla="*/ 22014 w 5395334"/>
                  <a:gd name="connsiteY38" fmla="*/ 2645085 h 5095799"/>
                  <a:gd name="connsiteX39" fmla="*/ 22942 w 5395334"/>
                  <a:gd name="connsiteY39" fmla="*/ 2637511 h 5095799"/>
                  <a:gd name="connsiteX40" fmla="*/ 16019 w 5395334"/>
                  <a:gd name="connsiteY40" fmla="*/ 2627240 h 5095799"/>
                  <a:gd name="connsiteX41" fmla="*/ 0 w 5395334"/>
                  <a:gd name="connsiteY41" fmla="*/ 2547900 h 5095799"/>
                  <a:gd name="connsiteX42" fmla="*/ 16019 w 5395334"/>
                  <a:gd name="connsiteY42" fmla="*/ 2468559 h 5095799"/>
                  <a:gd name="connsiteX43" fmla="*/ 31570 w 5395334"/>
                  <a:gd name="connsiteY43" fmla="*/ 2445493 h 5095799"/>
                  <a:gd name="connsiteX44" fmla="*/ 31227 w 5395334"/>
                  <a:gd name="connsiteY44" fmla="*/ 2442651 h 5095799"/>
                  <a:gd name="connsiteX45" fmla="*/ 38498 w 5395334"/>
                  <a:gd name="connsiteY45" fmla="*/ 2416779 h 5095799"/>
                  <a:gd name="connsiteX46" fmla="*/ 1206211 w 5395334"/>
                  <a:gd name="connsiteY46" fmla="*/ 136072 h 5095799"/>
                  <a:gd name="connsiteX47" fmla="*/ 1222951 w 5395334"/>
                  <a:gd name="connsiteY47" fmla="*/ 115048 h 5095799"/>
                  <a:gd name="connsiteX48" fmla="*/ 1228889 w 5395334"/>
                  <a:gd name="connsiteY48" fmla="*/ 111770 h 5095799"/>
                  <a:gd name="connsiteX49" fmla="*/ 1251698 w 5395334"/>
                  <a:gd name="connsiteY49" fmla="*/ 74176 h 5095799"/>
                  <a:gd name="connsiteX50" fmla="*/ 1408985 w 5395334"/>
                  <a:gd name="connsiteY50" fmla="*/ 1 h 5095799"/>
                  <a:gd name="connsiteX51" fmla="*/ 1425049 w 5395334"/>
                  <a:gd name="connsiteY51" fmla="*/ 1621 h 5095799"/>
                  <a:gd name="connsiteX52" fmla="*/ 1454917 w 5395334"/>
                  <a:gd name="connsiteY52" fmla="*/ 1621 h 50957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</a:cxnLst>
                <a:rect l="l" t="t" r="r" b="b"/>
                <a:pathLst>
                  <a:path w="5395334" h="5095799">
                    <a:moveTo>
                      <a:pt x="1462942" y="0"/>
                    </a:moveTo>
                    <a:lnTo>
                      <a:pt x="3984988" y="0"/>
                    </a:lnTo>
                    <a:lnTo>
                      <a:pt x="3985441" y="92"/>
                    </a:lnTo>
                    <a:lnTo>
                      <a:pt x="3986349" y="0"/>
                    </a:lnTo>
                    <a:lnTo>
                      <a:pt x="3992111" y="871"/>
                    </a:lnTo>
                    <a:lnTo>
                      <a:pt x="4000743" y="1"/>
                    </a:lnTo>
                    <a:cubicBezTo>
                      <a:pt x="4064066" y="1"/>
                      <a:pt x="4120644" y="28876"/>
                      <a:pt x="4158030" y="74177"/>
                    </a:cubicBezTo>
                    <a:lnTo>
                      <a:pt x="4166080" y="87444"/>
                    </a:lnTo>
                    <a:lnTo>
                      <a:pt x="4186897" y="105256"/>
                    </a:lnTo>
                    <a:lnTo>
                      <a:pt x="4636731" y="990052"/>
                    </a:lnTo>
                    <a:lnTo>
                      <a:pt x="4637035" y="993958"/>
                    </a:lnTo>
                    <a:lnTo>
                      <a:pt x="5366099" y="2424827"/>
                    </a:lnTo>
                    <a:cubicBezTo>
                      <a:pt x="5370342" y="2433153"/>
                      <a:pt x="5372696" y="2441945"/>
                      <a:pt x="5373320" y="2450714"/>
                    </a:cubicBezTo>
                    <a:lnTo>
                      <a:pt x="5372392" y="2458289"/>
                    </a:lnTo>
                    <a:lnTo>
                      <a:pt x="5379316" y="2468559"/>
                    </a:lnTo>
                    <a:cubicBezTo>
                      <a:pt x="5389631" y="2492945"/>
                      <a:pt x="5395334" y="2519756"/>
                      <a:pt x="5395334" y="2547900"/>
                    </a:cubicBezTo>
                    <a:cubicBezTo>
                      <a:pt x="5395334" y="2576042"/>
                      <a:pt x="5389631" y="2602854"/>
                      <a:pt x="5379316" y="2627240"/>
                    </a:cubicBezTo>
                    <a:lnTo>
                      <a:pt x="5363764" y="2650306"/>
                    </a:lnTo>
                    <a:lnTo>
                      <a:pt x="5364107" y="2653148"/>
                    </a:lnTo>
                    <a:cubicBezTo>
                      <a:pt x="5363465" y="2661916"/>
                      <a:pt x="5361095" y="2670703"/>
                      <a:pt x="5356836" y="2679021"/>
                    </a:cubicBezTo>
                    <a:lnTo>
                      <a:pt x="4189123" y="4959727"/>
                    </a:lnTo>
                    <a:cubicBezTo>
                      <a:pt x="4184864" y="4968044"/>
                      <a:pt x="4179122" y="4975105"/>
                      <a:pt x="4172383" y="4980751"/>
                    </a:cubicBezTo>
                    <a:lnTo>
                      <a:pt x="4166445" y="4984029"/>
                    </a:lnTo>
                    <a:lnTo>
                      <a:pt x="4143637" y="5021623"/>
                    </a:lnTo>
                    <a:cubicBezTo>
                      <a:pt x="4106251" y="5066924"/>
                      <a:pt x="4049673" y="5095798"/>
                      <a:pt x="3986349" y="5095798"/>
                    </a:cubicBezTo>
                    <a:lnTo>
                      <a:pt x="3970285" y="5094179"/>
                    </a:lnTo>
                    <a:lnTo>
                      <a:pt x="3940417" y="5094179"/>
                    </a:lnTo>
                    <a:lnTo>
                      <a:pt x="3932392" y="5095799"/>
                    </a:lnTo>
                    <a:lnTo>
                      <a:pt x="1410346" y="5095799"/>
                    </a:lnTo>
                    <a:lnTo>
                      <a:pt x="1409893" y="5095708"/>
                    </a:lnTo>
                    <a:lnTo>
                      <a:pt x="1408985" y="5095799"/>
                    </a:lnTo>
                    <a:lnTo>
                      <a:pt x="1403223" y="5094928"/>
                    </a:lnTo>
                    <a:lnTo>
                      <a:pt x="1394591" y="5095798"/>
                    </a:lnTo>
                    <a:cubicBezTo>
                      <a:pt x="1310161" y="5095798"/>
                      <a:pt x="1237720" y="5044466"/>
                      <a:pt x="1206778" y="4971308"/>
                    </a:cubicBezTo>
                    <a:lnTo>
                      <a:pt x="1206697" y="4970904"/>
                    </a:lnTo>
                    <a:lnTo>
                      <a:pt x="1195395" y="4961234"/>
                    </a:lnTo>
                    <a:lnTo>
                      <a:pt x="838951" y="4260131"/>
                    </a:lnTo>
                    <a:lnTo>
                      <a:pt x="29235" y="2670972"/>
                    </a:lnTo>
                    <a:cubicBezTo>
                      <a:pt x="24992" y="2662646"/>
                      <a:pt x="22638" y="2653855"/>
                      <a:pt x="22014" y="2645085"/>
                    </a:cubicBezTo>
                    <a:lnTo>
                      <a:pt x="22942" y="2637511"/>
                    </a:lnTo>
                    <a:lnTo>
                      <a:pt x="16019" y="2627240"/>
                    </a:lnTo>
                    <a:cubicBezTo>
                      <a:pt x="5703" y="2602854"/>
                      <a:pt x="0" y="2576044"/>
                      <a:pt x="0" y="2547900"/>
                    </a:cubicBezTo>
                    <a:cubicBezTo>
                      <a:pt x="0" y="2519757"/>
                      <a:pt x="5703" y="2492945"/>
                      <a:pt x="16019" y="2468559"/>
                    </a:cubicBezTo>
                    <a:lnTo>
                      <a:pt x="31570" y="2445493"/>
                    </a:lnTo>
                    <a:lnTo>
                      <a:pt x="31227" y="2442651"/>
                    </a:lnTo>
                    <a:cubicBezTo>
                      <a:pt x="31869" y="2433883"/>
                      <a:pt x="34240" y="2425097"/>
                      <a:pt x="38498" y="2416779"/>
                    </a:cubicBezTo>
                    <a:lnTo>
                      <a:pt x="1206211" y="136072"/>
                    </a:lnTo>
                    <a:cubicBezTo>
                      <a:pt x="1210470" y="127755"/>
                      <a:pt x="1216212" y="120694"/>
                      <a:pt x="1222951" y="115048"/>
                    </a:cubicBezTo>
                    <a:lnTo>
                      <a:pt x="1228889" y="111770"/>
                    </a:lnTo>
                    <a:lnTo>
                      <a:pt x="1251698" y="74176"/>
                    </a:lnTo>
                    <a:cubicBezTo>
                      <a:pt x="1289084" y="28876"/>
                      <a:pt x="1345662" y="1"/>
                      <a:pt x="1408985" y="1"/>
                    </a:cubicBezTo>
                    <a:lnTo>
                      <a:pt x="1425049" y="1621"/>
                    </a:lnTo>
                    <a:lnTo>
                      <a:pt x="1454917" y="1621"/>
                    </a:lnTo>
                    <a:close/>
                  </a:path>
                </a:pathLst>
              </a:custGeom>
              <a:solidFill>
                <a:srgbClr val="7A7A7A"/>
              </a:solidFill>
              <a:ln>
                <a:noFill/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</p:grp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DD72658-050A-465A-A988-4C87FE03756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95921" y="1935281"/>
              <a:ext cx="3474720" cy="3281813"/>
            </a:xfrm>
            <a:custGeom>
              <a:avLst/>
              <a:gdLst>
                <a:gd name="connsiteX0" fmla="*/ 1462942 w 5395334"/>
                <a:gd name="connsiteY0" fmla="*/ 0 h 5095799"/>
                <a:gd name="connsiteX1" fmla="*/ 3984988 w 5395334"/>
                <a:gd name="connsiteY1" fmla="*/ 0 h 5095799"/>
                <a:gd name="connsiteX2" fmla="*/ 3985441 w 5395334"/>
                <a:gd name="connsiteY2" fmla="*/ 92 h 5095799"/>
                <a:gd name="connsiteX3" fmla="*/ 3986349 w 5395334"/>
                <a:gd name="connsiteY3" fmla="*/ 0 h 5095799"/>
                <a:gd name="connsiteX4" fmla="*/ 3992111 w 5395334"/>
                <a:gd name="connsiteY4" fmla="*/ 871 h 5095799"/>
                <a:gd name="connsiteX5" fmla="*/ 4000743 w 5395334"/>
                <a:gd name="connsiteY5" fmla="*/ 1 h 5095799"/>
                <a:gd name="connsiteX6" fmla="*/ 4158030 w 5395334"/>
                <a:gd name="connsiteY6" fmla="*/ 74177 h 5095799"/>
                <a:gd name="connsiteX7" fmla="*/ 4166080 w 5395334"/>
                <a:gd name="connsiteY7" fmla="*/ 87444 h 5095799"/>
                <a:gd name="connsiteX8" fmla="*/ 4186897 w 5395334"/>
                <a:gd name="connsiteY8" fmla="*/ 105256 h 5095799"/>
                <a:gd name="connsiteX9" fmla="*/ 4636731 w 5395334"/>
                <a:gd name="connsiteY9" fmla="*/ 990052 h 5095799"/>
                <a:gd name="connsiteX10" fmla="*/ 4637035 w 5395334"/>
                <a:gd name="connsiteY10" fmla="*/ 993958 h 5095799"/>
                <a:gd name="connsiteX11" fmla="*/ 5366099 w 5395334"/>
                <a:gd name="connsiteY11" fmla="*/ 2424827 h 5095799"/>
                <a:gd name="connsiteX12" fmla="*/ 5373320 w 5395334"/>
                <a:gd name="connsiteY12" fmla="*/ 2450714 h 5095799"/>
                <a:gd name="connsiteX13" fmla="*/ 5372392 w 5395334"/>
                <a:gd name="connsiteY13" fmla="*/ 2458289 h 5095799"/>
                <a:gd name="connsiteX14" fmla="*/ 5379316 w 5395334"/>
                <a:gd name="connsiteY14" fmla="*/ 2468559 h 5095799"/>
                <a:gd name="connsiteX15" fmla="*/ 5395334 w 5395334"/>
                <a:gd name="connsiteY15" fmla="*/ 2547900 h 5095799"/>
                <a:gd name="connsiteX16" fmla="*/ 5379316 w 5395334"/>
                <a:gd name="connsiteY16" fmla="*/ 2627240 h 5095799"/>
                <a:gd name="connsiteX17" fmla="*/ 5363764 w 5395334"/>
                <a:gd name="connsiteY17" fmla="*/ 2650306 h 5095799"/>
                <a:gd name="connsiteX18" fmla="*/ 5364107 w 5395334"/>
                <a:gd name="connsiteY18" fmla="*/ 2653148 h 5095799"/>
                <a:gd name="connsiteX19" fmla="*/ 5356836 w 5395334"/>
                <a:gd name="connsiteY19" fmla="*/ 2679021 h 5095799"/>
                <a:gd name="connsiteX20" fmla="*/ 4189123 w 5395334"/>
                <a:gd name="connsiteY20" fmla="*/ 4959727 h 5095799"/>
                <a:gd name="connsiteX21" fmla="*/ 4172383 w 5395334"/>
                <a:gd name="connsiteY21" fmla="*/ 4980751 h 5095799"/>
                <a:gd name="connsiteX22" fmla="*/ 4166445 w 5395334"/>
                <a:gd name="connsiteY22" fmla="*/ 4984029 h 5095799"/>
                <a:gd name="connsiteX23" fmla="*/ 4143637 w 5395334"/>
                <a:gd name="connsiteY23" fmla="*/ 5021623 h 5095799"/>
                <a:gd name="connsiteX24" fmla="*/ 3986349 w 5395334"/>
                <a:gd name="connsiteY24" fmla="*/ 5095798 h 5095799"/>
                <a:gd name="connsiteX25" fmla="*/ 3970285 w 5395334"/>
                <a:gd name="connsiteY25" fmla="*/ 5094179 h 5095799"/>
                <a:gd name="connsiteX26" fmla="*/ 3940417 w 5395334"/>
                <a:gd name="connsiteY26" fmla="*/ 5094179 h 5095799"/>
                <a:gd name="connsiteX27" fmla="*/ 3932392 w 5395334"/>
                <a:gd name="connsiteY27" fmla="*/ 5095799 h 5095799"/>
                <a:gd name="connsiteX28" fmla="*/ 1410346 w 5395334"/>
                <a:gd name="connsiteY28" fmla="*/ 5095799 h 5095799"/>
                <a:gd name="connsiteX29" fmla="*/ 1409893 w 5395334"/>
                <a:gd name="connsiteY29" fmla="*/ 5095708 h 5095799"/>
                <a:gd name="connsiteX30" fmla="*/ 1408985 w 5395334"/>
                <a:gd name="connsiteY30" fmla="*/ 5095799 h 5095799"/>
                <a:gd name="connsiteX31" fmla="*/ 1403223 w 5395334"/>
                <a:gd name="connsiteY31" fmla="*/ 5094928 h 5095799"/>
                <a:gd name="connsiteX32" fmla="*/ 1394591 w 5395334"/>
                <a:gd name="connsiteY32" fmla="*/ 5095798 h 5095799"/>
                <a:gd name="connsiteX33" fmla="*/ 1206778 w 5395334"/>
                <a:gd name="connsiteY33" fmla="*/ 4971308 h 5095799"/>
                <a:gd name="connsiteX34" fmla="*/ 1206697 w 5395334"/>
                <a:gd name="connsiteY34" fmla="*/ 4970904 h 5095799"/>
                <a:gd name="connsiteX35" fmla="*/ 1195395 w 5395334"/>
                <a:gd name="connsiteY35" fmla="*/ 4961234 h 5095799"/>
                <a:gd name="connsiteX36" fmla="*/ 838951 w 5395334"/>
                <a:gd name="connsiteY36" fmla="*/ 4260131 h 5095799"/>
                <a:gd name="connsiteX37" fmla="*/ 29235 w 5395334"/>
                <a:gd name="connsiteY37" fmla="*/ 2670972 h 5095799"/>
                <a:gd name="connsiteX38" fmla="*/ 22014 w 5395334"/>
                <a:gd name="connsiteY38" fmla="*/ 2645085 h 5095799"/>
                <a:gd name="connsiteX39" fmla="*/ 22942 w 5395334"/>
                <a:gd name="connsiteY39" fmla="*/ 2637511 h 5095799"/>
                <a:gd name="connsiteX40" fmla="*/ 16019 w 5395334"/>
                <a:gd name="connsiteY40" fmla="*/ 2627240 h 5095799"/>
                <a:gd name="connsiteX41" fmla="*/ 0 w 5395334"/>
                <a:gd name="connsiteY41" fmla="*/ 2547900 h 5095799"/>
                <a:gd name="connsiteX42" fmla="*/ 16019 w 5395334"/>
                <a:gd name="connsiteY42" fmla="*/ 2468559 h 5095799"/>
                <a:gd name="connsiteX43" fmla="*/ 31570 w 5395334"/>
                <a:gd name="connsiteY43" fmla="*/ 2445493 h 5095799"/>
                <a:gd name="connsiteX44" fmla="*/ 31227 w 5395334"/>
                <a:gd name="connsiteY44" fmla="*/ 2442651 h 5095799"/>
                <a:gd name="connsiteX45" fmla="*/ 38498 w 5395334"/>
                <a:gd name="connsiteY45" fmla="*/ 2416779 h 5095799"/>
                <a:gd name="connsiteX46" fmla="*/ 1206211 w 5395334"/>
                <a:gd name="connsiteY46" fmla="*/ 136072 h 5095799"/>
                <a:gd name="connsiteX47" fmla="*/ 1222951 w 5395334"/>
                <a:gd name="connsiteY47" fmla="*/ 115048 h 5095799"/>
                <a:gd name="connsiteX48" fmla="*/ 1228889 w 5395334"/>
                <a:gd name="connsiteY48" fmla="*/ 111770 h 5095799"/>
                <a:gd name="connsiteX49" fmla="*/ 1251698 w 5395334"/>
                <a:gd name="connsiteY49" fmla="*/ 74176 h 5095799"/>
                <a:gd name="connsiteX50" fmla="*/ 1408985 w 5395334"/>
                <a:gd name="connsiteY50" fmla="*/ 1 h 5095799"/>
                <a:gd name="connsiteX51" fmla="*/ 1425049 w 5395334"/>
                <a:gd name="connsiteY51" fmla="*/ 1621 h 5095799"/>
                <a:gd name="connsiteX52" fmla="*/ 1454917 w 5395334"/>
                <a:gd name="connsiteY52" fmla="*/ 1621 h 50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395334" h="5095799">
                  <a:moveTo>
                    <a:pt x="1462942" y="0"/>
                  </a:moveTo>
                  <a:lnTo>
                    <a:pt x="3984988" y="0"/>
                  </a:lnTo>
                  <a:lnTo>
                    <a:pt x="3985441" y="92"/>
                  </a:lnTo>
                  <a:lnTo>
                    <a:pt x="3986349" y="0"/>
                  </a:lnTo>
                  <a:lnTo>
                    <a:pt x="3992111" y="871"/>
                  </a:lnTo>
                  <a:lnTo>
                    <a:pt x="4000743" y="1"/>
                  </a:lnTo>
                  <a:cubicBezTo>
                    <a:pt x="4064066" y="1"/>
                    <a:pt x="4120644" y="28876"/>
                    <a:pt x="4158030" y="74177"/>
                  </a:cubicBezTo>
                  <a:lnTo>
                    <a:pt x="4166080" y="87444"/>
                  </a:lnTo>
                  <a:lnTo>
                    <a:pt x="4186897" y="105256"/>
                  </a:lnTo>
                  <a:lnTo>
                    <a:pt x="4636731" y="990052"/>
                  </a:lnTo>
                  <a:lnTo>
                    <a:pt x="4637035" y="993958"/>
                  </a:lnTo>
                  <a:lnTo>
                    <a:pt x="5366099" y="2424827"/>
                  </a:lnTo>
                  <a:cubicBezTo>
                    <a:pt x="5370342" y="2433153"/>
                    <a:pt x="5372696" y="2441945"/>
                    <a:pt x="5373320" y="2450714"/>
                  </a:cubicBezTo>
                  <a:lnTo>
                    <a:pt x="5372392" y="2458289"/>
                  </a:lnTo>
                  <a:lnTo>
                    <a:pt x="5379316" y="2468559"/>
                  </a:lnTo>
                  <a:cubicBezTo>
                    <a:pt x="5389631" y="2492945"/>
                    <a:pt x="5395334" y="2519756"/>
                    <a:pt x="5395334" y="2547900"/>
                  </a:cubicBezTo>
                  <a:cubicBezTo>
                    <a:pt x="5395334" y="2576042"/>
                    <a:pt x="5389631" y="2602854"/>
                    <a:pt x="5379316" y="2627240"/>
                  </a:cubicBezTo>
                  <a:lnTo>
                    <a:pt x="5363764" y="2650306"/>
                  </a:lnTo>
                  <a:lnTo>
                    <a:pt x="5364107" y="2653148"/>
                  </a:lnTo>
                  <a:cubicBezTo>
                    <a:pt x="5363465" y="2661916"/>
                    <a:pt x="5361095" y="2670703"/>
                    <a:pt x="5356836" y="2679021"/>
                  </a:cubicBezTo>
                  <a:lnTo>
                    <a:pt x="4189123" y="4959727"/>
                  </a:lnTo>
                  <a:cubicBezTo>
                    <a:pt x="4184864" y="4968044"/>
                    <a:pt x="4179122" y="4975105"/>
                    <a:pt x="4172383" y="4980751"/>
                  </a:cubicBezTo>
                  <a:lnTo>
                    <a:pt x="4166445" y="4984029"/>
                  </a:lnTo>
                  <a:lnTo>
                    <a:pt x="4143637" y="5021623"/>
                  </a:lnTo>
                  <a:cubicBezTo>
                    <a:pt x="4106251" y="5066924"/>
                    <a:pt x="4049673" y="5095798"/>
                    <a:pt x="3986349" y="5095798"/>
                  </a:cubicBezTo>
                  <a:lnTo>
                    <a:pt x="3970285" y="5094179"/>
                  </a:lnTo>
                  <a:lnTo>
                    <a:pt x="3940417" y="5094179"/>
                  </a:lnTo>
                  <a:lnTo>
                    <a:pt x="3932392" y="5095799"/>
                  </a:lnTo>
                  <a:lnTo>
                    <a:pt x="1410346" y="5095799"/>
                  </a:lnTo>
                  <a:lnTo>
                    <a:pt x="1409893" y="5095708"/>
                  </a:lnTo>
                  <a:lnTo>
                    <a:pt x="1408985" y="5095799"/>
                  </a:lnTo>
                  <a:lnTo>
                    <a:pt x="1403223" y="5094928"/>
                  </a:lnTo>
                  <a:lnTo>
                    <a:pt x="1394591" y="5095798"/>
                  </a:lnTo>
                  <a:cubicBezTo>
                    <a:pt x="1310161" y="5095798"/>
                    <a:pt x="1237720" y="5044466"/>
                    <a:pt x="1206778" y="4971308"/>
                  </a:cubicBezTo>
                  <a:lnTo>
                    <a:pt x="1206697" y="4970904"/>
                  </a:lnTo>
                  <a:lnTo>
                    <a:pt x="1195395" y="4961234"/>
                  </a:lnTo>
                  <a:lnTo>
                    <a:pt x="838951" y="4260131"/>
                  </a:lnTo>
                  <a:lnTo>
                    <a:pt x="29235" y="2670972"/>
                  </a:lnTo>
                  <a:cubicBezTo>
                    <a:pt x="24992" y="2662646"/>
                    <a:pt x="22638" y="2653855"/>
                    <a:pt x="22014" y="2645085"/>
                  </a:cubicBezTo>
                  <a:lnTo>
                    <a:pt x="22942" y="2637511"/>
                  </a:lnTo>
                  <a:lnTo>
                    <a:pt x="16019" y="2627240"/>
                  </a:lnTo>
                  <a:cubicBezTo>
                    <a:pt x="5703" y="2602854"/>
                    <a:pt x="0" y="2576044"/>
                    <a:pt x="0" y="2547900"/>
                  </a:cubicBezTo>
                  <a:cubicBezTo>
                    <a:pt x="0" y="2519757"/>
                    <a:pt x="5703" y="2492945"/>
                    <a:pt x="16019" y="2468559"/>
                  </a:cubicBezTo>
                  <a:lnTo>
                    <a:pt x="31570" y="2445493"/>
                  </a:lnTo>
                  <a:lnTo>
                    <a:pt x="31227" y="2442651"/>
                  </a:lnTo>
                  <a:cubicBezTo>
                    <a:pt x="31869" y="2433883"/>
                    <a:pt x="34240" y="2425097"/>
                    <a:pt x="38498" y="2416779"/>
                  </a:cubicBezTo>
                  <a:lnTo>
                    <a:pt x="1206211" y="136072"/>
                  </a:lnTo>
                  <a:cubicBezTo>
                    <a:pt x="1210470" y="127755"/>
                    <a:pt x="1216212" y="120694"/>
                    <a:pt x="1222951" y="115048"/>
                  </a:cubicBezTo>
                  <a:lnTo>
                    <a:pt x="1228889" y="111770"/>
                  </a:lnTo>
                  <a:lnTo>
                    <a:pt x="1251698" y="74176"/>
                  </a:lnTo>
                  <a:cubicBezTo>
                    <a:pt x="1289084" y="28876"/>
                    <a:pt x="1345662" y="1"/>
                    <a:pt x="1408985" y="1"/>
                  </a:cubicBezTo>
                  <a:lnTo>
                    <a:pt x="1425049" y="1621"/>
                  </a:lnTo>
                  <a:lnTo>
                    <a:pt x="1454917" y="1621"/>
                  </a:lnTo>
                  <a:close/>
                </a:path>
              </a:pathLst>
            </a:custGeom>
            <a:solidFill>
              <a:schemeClr val="tx1">
                <a:alpha val="50000"/>
              </a:schemeClr>
            </a:solidFill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72FC5B8-4E82-4A01-AFF5-2C25F8FF2746}"/>
              </a:ext>
            </a:extLst>
          </p:cNvPr>
          <p:cNvGrpSpPr>
            <a:grpSpLocks noChangeAspect="1"/>
          </p:cNvGrpSpPr>
          <p:nvPr/>
        </p:nvGrpSpPr>
        <p:grpSpPr>
          <a:xfrm>
            <a:off x="7195839" y="2349730"/>
            <a:ext cx="2311850" cy="2183503"/>
            <a:chOff x="335615" y="1028218"/>
            <a:chExt cx="5395334" cy="5095799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C901FB3-DACA-49F1-A31C-49C8599F69D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35615" y="1028218"/>
              <a:ext cx="5395334" cy="5095799"/>
              <a:chOff x="6330862" y="503694"/>
              <a:chExt cx="5395334" cy="5095799"/>
            </a:xfrm>
          </p:grpSpPr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D736642F-DECD-4B21-9901-C1BEECBE286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330862" y="503694"/>
                <a:ext cx="5395334" cy="5095799"/>
              </a:xfrm>
              <a:custGeom>
                <a:avLst/>
                <a:gdLst>
                  <a:gd name="connsiteX0" fmla="*/ 1462942 w 5395334"/>
                  <a:gd name="connsiteY0" fmla="*/ 0 h 5095799"/>
                  <a:gd name="connsiteX1" fmla="*/ 3984988 w 5395334"/>
                  <a:gd name="connsiteY1" fmla="*/ 0 h 5095799"/>
                  <a:gd name="connsiteX2" fmla="*/ 3985441 w 5395334"/>
                  <a:gd name="connsiteY2" fmla="*/ 92 h 5095799"/>
                  <a:gd name="connsiteX3" fmla="*/ 3986349 w 5395334"/>
                  <a:gd name="connsiteY3" fmla="*/ 0 h 5095799"/>
                  <a:gd name="connsiteX4" fmla="*/ 3992111 w 5395334"/>
                  <a:gd name="connsiteY4" fmla="*/ 871 h 5095799"/>
                  <a:gd name="connsiteX5" fmla="*/ 4000743 w 5395334"/>
                  <a:gd name="connsiteY5" fmla="*/ 1 h 5095799"/>
                  <a:gd name="connsiteX6" fmla="*/ 4158030 w 5395334"/>
                  <a:gd name="connsiteY6" fmla="*/ 74177 h 5095799"/>
                  <a:gd name="connsiteX7" fmla="*/ 4166080 w 5395334"/>
                  <a:gd name="connsiteY7" fmla="*/ 87444 h 5095799"/>
                  <a:gd name="connsiteX8" fmla="*/ 4186897 w 5395334"/>
                  <a:gd name="connsiteY8" fmla="*/ 105256 h 5095799"/>
                  <a:gd name="connsiteX9" fmla="*/ 4636731 w 5395334"/>
                  <a:gd name="connsiteY9" fmla="*/ 990052 h 5095799"/>
                  <a:gd name="connsiteX10" fmla="*/ 4637035 w 5395334"/>
                  <a:gd name="connsiteY10" fmla="*/ 993958 h 5095799"/>
                  <a:gd name="connsiteX11" fmla="*/ 5366099 w 5395334"/>
                  <a:gd name="connsiteY11" fmla="*/ 2424827 h 5095799"/>
                  <a:gd name="connsiteX12" fmla="*/ 5373320 w 5395334"/>
                  <a:gd name="connsiteY12" fmla="*/ 2450714 h 5095799"/>
                  <a:gd name="connsiteX13" fmla="*/ 5372392 w 5395334"/>
                  <a:gd name="connsiteY13" fmla="*/ 2458289 h 5095799"/>
                  <a:gd name="connsiteX14" fmla="*/ 5379316 w 5395334"/>
                  <a:gd name="connsiteY14" fmla="*/ 2468559 h 5095799"/>
                  <a:gd name="connsiteX15" fmla="*/ 5395334 w 5395334"/>
                  <a:gd name="connsiteY15" fmla="*/ 2547900 h 5095799"/>
                  <a:gd name="connsiteX16" fmla="*/ 5379316 w 5395334"/>
                  <a:gd name="connsiteY16" fmla="*/ 2627240 h 5095799"/>
                  <a:gd name="connsiteX17" fmla="*/ 5363764 w 5395334"/>
                  <a:gd name="connsiteY17" fmla="*/ 2650306 h 5095799"/>
                  <a:gd name="connsiteX18" fmla="*/ 5364107 w 5395334"/>
                  <a:gd name="connsiteY18" fmla="*/ 2653148 h 5095799"/>
                  <a:gd name="connsiteX19" fmla="*/ 5356836 w 5395334"/>
                  <a:gd name="connsiteY19" fmla="*/ 2679021 h 5095799"/>
                  <a:gd name="connsiteX20" fmla="*/ 4189123 w 5395334"/>
                  <a:gd name="connsiteY20" fmla="*/ 4959727 h 5095799"/>
                  <a:gd name="connsiteX21" fmla="*/ 4172383 w 5395334"/>
                  <a:gd name="connsiteY21" fmla="*/ 4980751 h 5095799"/>
                  <a:gd name="connsiteX22" fmla="*/ 4166445 w 5395334"/>
                  <a:gd name="connsiteY22" fmla="*/ 4984029 h 5095799"/>
                  <a:gd name="connsiteX23" fmla="*/ 4143637 w 5395334"/>
                  <a:gd name="connsiteY23" fmla="*/ 5021623 h 5095799"/>
                  <a:gd name="connsiteX24" fmla="*/ 3986349 w 5395334"/>
                  <a:gd name="connsiteY24" fmla="*/ 5095798 h 5095799"/>
                  <a:gd name="connsiteX25" fmla="*/ 3970285 w 5395334"/>
                  <a:gd name="connsiteY25" fmla="*/ 5094179 h 5095799"/>
                  <a:gd name="connsiteX26" fmla="*/ 3940417 w 5395334"/>
                  <a:gd name="connsiteY26" fmla="*/ 5094179 h 5095799"/>
                  <a:gd name="connsiteX27" fmla="*/ 3932392 w 5395334"/>
                  <a:gd name="connsiteY27" fmla="*/ 5095799 h 5095799"/>
                  <a:gd name="connsiteX28" fmla="*/ 1410346 w 5395334"/>
                  <a:gd name="connsiteY28" fmla="*/ 5095799 h 5095799"/>
                  <a:gd name="connsiteX29" fmla="*/ 1409893 w 5395334"/>
                  <a:gd name="connsiteY29" fmla="*/ 5095708 h 5095799"/>
                  <a:gd name="connsiteX30" fmla="*/ 1408985 w 5395334"/>
                  <a:gd name="connsiteY30" fmla="*/ 5095799 h 5095799"/>
                  <a:gd name="connsiteX31" fmla="*/ 1403223 w 5395334"/>
                  <a:gd name="connsiteY31" fmla="*/ 5094928 h 5095799"/>
                  <a:gd name="connsiteX32" fmla="*/ 1394591 w 5395334"/>
                  <a:gd name="connsiteY32" fmla="*/ 5095798 h 5095799"/>
                  <a:gd name="connsiteX33" fmla="*/ 1206778 w 5395334"/>
                  <a:gd name="connsiteY33" fmla="*/ 4971308 h 5095799"/>
                  <a:gd name="connsiteX34" fmla="*/ 1206697 w 5395334"/>
                  <a:gd name="connsiteY34" fmla="*/ 4970904 h 5095799"/>
                  <a:gd name="connsiteX35" fmla="*/ 1195395 w 5395334"/>
                  <a:gd name="connsiteY35" fmla="*/ 4961234 h 5095799"/>
                  <a:gd name="connsiteX36" fmla="*/ 838951 w 5395334"/>
                  <a:gd name="connsiteY36" fmla="*/ 4260131 h 5095799"/>
                  <a:gd name="connsiteX37" fmla="*/ 29235 w 5395334"/>
                  <a:gd name="connsiteY37" fmla="*/ 2670972 h 5095799"/>
                  <a:gd name="connsiteX38" fmla="*/ 22014 w 5395334"/>
                  <a:gd name="connsiteY38" fmla="*/ 2645085 h 5095799"/>
                  <a:gd name="connsiteX39" fmla="*/ 22942 w 5395334"/>
                  <a:gd name="connsiteY39" fmla="*/ 2637511 h 5095799"/>
                  <a:gd name="connsiteX40" fmla="*/ 16019 w 5395334"/>
                  <a:gd name="connsiteY40" fmla="*/ 2627240 h 5095799"/>
                  <a:gd name="connsiteX41" fmla="*/ 0 w 5395334"/>
                  <a:gd name="connsiteY41" fmla="*/ 2547900 h 5095799"/>
                  <a:gd name="connsiteX42" fmla="*/ 16019 w 5395334"/>
                  <a:gd name="connsiteY42" fmla="*/ 2468559 h 5095799"/>
                  <a:gd name="connsiteX43" fmla="*/ 31570 w 5395334"/>
                  <a:gd name="connsiteY43" fmla="*/ 2445493 h 5095799"/>
                  <a:gd name="connsiteX44" fmla="*/ 31227 w 5395334"/>
                  <a:gd name="connsiteY44" fmla="*/ 2442651 h 5095799"/>
                  <a:gd name="connsiteX45" fmla="*/ 38498 w 5395334"/>
                  <a:gd name="connsiteY45" fmla="*/ 2416779 h 5095799"/>
                  <a:gd name="connsiteX46" fmla="*/ 1206211 w 5395334"/>
                  <a:gd name="connsiteY46" fmla="*/ 136072 h 5095799"/>
                  <a:gd name="connsiteX47" fmla="*/ 1222951 w 5395334"/>
                  <a:gd name="connsiteY47" fmla="*/ 115048 h 5095799"/>
                  <a:gd name="connsiteX48" fmla="*/ 1228889 w 5395334"/>
                  <a:gd name="connsiteY48" fmla="*/ 111770 h 5095799"/>
                  <a:gd name="connsiteX49" fmla="*/ 1251698 w 5395334"/>
                  <a:gd name="connsiteY49" fmla="*/ 74176 h 5095799"/>
                  <a:gd name="connsiteX50" fmla="*/ 1408985 w 5395334"/>
                  <a:gd name="connsiteY50" fmla="*/ 1 h 5095799"/>
                  <a:gd name="connsiteX51" fmla="*/ 1425049 w 5395334"/>
                  <a:gd name="connsiteY51" fmla="*/ 1621 h 5095799"/>
                  <a:gd name="connsiteX52" fmla="*/ 1454917 w 5395334"/>
                  <a:gd name="connsiteY52" fmla="*/ 1621 h 50957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</a:cxnLst>
                <a:rect l="l" t="t" r="r" b="b"/>
                <a:pathLst>
                  <a:path w="5395334" h="5095799">
                    <a:moveTo>
                      <a:pt x="1462942" y="0"/>
                    </a:moveTo>
                    <a:lnTo>
                      <a:pt x="3984988" y="0"/>
                    </a:lnTo>
                    <a:lnTo>
                      <a:pt x="3985441" y="92"/>
                    </a:lnTo>
                    <a:lnTo>
                      <a:pt x="3986349" y="0"/>
                    </a:lnTo>
                    <a:lnTo>
                      <a:pt x="3992111" y="871"/>
                    </a:lnTo>
                    <a:lnTo>
                      <a:pt x="4000743" y="1"/>
                    </a:lnTo>
                    <a:cubicBezTo>
                      <a:pt x="4064066" y="1"/>
                      <a:pt x="4120644" y="28876"/>
                      <a:pt x="4158030" y="74177"/>
                    </a:cubicBezTo>
                    <a:lnTo>
                      <a:pt x="4166080" y="87444"/>
                    </a:lnTo>
                    <a:lnTo>
                      <a:pt x="4186897" y="105256"/>
                    </a:lnTo>
                    <a:lnTo>
                      <a:pt x="4636731" y="990052"/>
                    </a:lnTo>
                    <a:lnTo>
                      <a:pt x="4637035" y="993958"/>
                    </a:lnTo>
                    <a:lnTo>
                      <a:pt x="5366099" y="2424827"/>
                    </a:lnTo>
                    <a:cubicBezTo>
                      <a:pt x="5370342" y="2433153"/>
                      <a:pt x="5372696" y="2441945"/>
                      <a:pt x="5373320" y="2450714"/>
                    </a:cubicBezTo>
                    <a:lnTo>
                      <a:pt x="5372392" y="2458289"/>
                    </a:lnTo>
                    <a:lnTo>
                      <a:pt x="5379316" y="2468559"/>
                    </a:lnTo>
                    <a:cubicBezTo>
                      <a:pt x="5389631" y="2492945"/>
                      <a:pt x="5395334" y="2519756"/>
                      <a:pt x="5395334" y="2547900"/>
                    </a:cubicBezTo>
                    <a:cubicBezTo>
                      <a:pt x="5395334" y="2576042"/>
                      <a:pt x="5389631" y="2602854"/>
                      <a:pt x="5379316" y="2627240"/>
                    </a:cubicBezTo>
                    <a:lnTo>
                      <a:pt x="5363764" y="2650306"/>
                    </a:lnTo>
                    <a:lnTo>
                      <a:pt x="5364107" y="2653148"/>
                    </a:lnTo>
                    <a:cubicBezTo>
                      <a:pt x="5363465" y="2661916"/>
                      <a:pt x="5361095" y="2670703"/>
                      <a:pt x="5356836" y="2679021"/>
                    </a:cubicBezTo>
                    <a:lnTo>
                      <a:pt x="4189123" y="4959727"/>
                    </a:lnTo>
                    <a:cubicBezTo>
                      <a:pt x="4184864" y="4968044"/>
                      <a:pt x="4179122" y="4975105"/>
                      <a:pt x="4172383" y="4980751"/>
                    </a:cubicBezTo>
                    <a:lnTo>
                      <a:pt x="4166445" y="4984029"/>
                    </a:lnTo>
                    <a:lnTo>
                      <a:pt x="4143637" y="5021623"/>
                    </a:lnTo>
                    <a:cubicBezTo>
                      <a:pt x="4106251" y="5066924"/>
                      <a:pt x="4049673" y="5095798"/>
                      <a:pt x="3986349" y="5095798"/>
                    </a:cubicBezTo>
                    <a:lnTo>
                      <a:pt x="3970285" y="5094179"/>
                    </a:lnTo>
                    <a:lnTo>
                      <a:pt x="3940417" y="5094179"/>
                    </a:lnTo>
                    <a:lnTo>
                      <a:pt x="3932392" y="5095799"/>
                    </a:lnTo>
                    <a:lnTo>
                      <a:pt x="1410346" y="5095799"/>
                    </a:lnTo>
                    <a:lnTo>
                      <a:pt x="1409893" y="5095708"/>
                    </a:lnTo>
                    <a:lnTo>
                      <a:pt x="1408985" y="5095799"/>
                    </a:lnTo>
                    <a:lnTo>
                      <a:pt x="1403223" y="5094928"/>
                    </a:lnTo>
                    <a:lnTo>
                      <a:pt x="1394591" y="5095798"/>
                    </a:lnTo>
                    <a:cubicBezTo>
                      <a:pt x="1310161" y="5095798"/>
                      <a:pt x="1237720" y="5044466"/>
                      <a:pt x="1206778" y="4971308"/>
                    </a:cubicBezTo>
                    <a:lnTo>
                      <a:pt x="1206697" y="4970904"/>
                    </a:lnTo>
                    <a:lnTo>
                      <a:pt x="1195395" y="4961234"/>
                    </a:lnTo>
                    <a:lnTo>
                      <a:pt x="838951" y="4260131"/>
                    </a:lnTo>
                    <a:lnTo>
                      <a:pt x="29235" y="2670972"/>
                    </a:lnTo>
                    <a:cubicBezTo>
                      <a:pt x="24992" y="2662646"/>
                      <a:pt x="22638" y="2653855"/>
                      <a:pt x="22014" y="2645085"/>
                    </a:cubicBezTo>
                    <a:lnTo>
                      <a:pt x="22942" y="2637511"/>
                    </a:lnTo>
                    <a:lnTo>
                      <a:pt x="16019" y="2627240"/>
                    </a:lnTo>
                    <a:cubicBezTo>
                      <a:pt x="5703" y="2602854"/>
                      <a:pt x="0" y="2576044"/>
                      <a:pt x="0" y="2547900"/>
                    </a:cubicBezTo>
                    <a:cubicBezTo>
                      <a:pt x="0" y="2519757"/>
                      <a:pt x="5703" y="2492945"/>
                      <a:pt x="16019" y="2468559"/>
                    </a:cubicBezTo>
                    <a:lnTo>
                      <a:pt x="31570" y="2445493"/>
                    </a:lnTo>
                    <a:lnTo>
                      <a:pt x="31227" y="2442651"/>
                    </a:lnTo>
                    <a:cubicBezTo>
                      <a:pt x="31869" y="2433883"/>
                      <a:pt x="34240" y="2425097"/>
                      <a:pt x="38498" y="2416779"/>
                    </a:cubicBezTo>
                    <a:lnTo>
                      <a:pt x="1206211" y="136072"/>
                    </a:lnTo>
                    <a:cubicBezTo>
                      <a:pt x="1210470" y="127755"/>
                      <a:pt x="1216212" y="120694"/>
                      <a:pt x="1222951" y="115048"/>
                    </a:cubicBezTo>
                    <a:lnTo>
                      <a:pt x="1228889" y="111770"/>
                    </a:lnTo>
                    <a:lnTo>
                      <a:pt x="1251698" y="74176"/>
                    </a:lnTo>
                    <a:cubicBezTo>
                      <a:pt x="1289084" y="28876"/>
                      <a:pt x="1345662" y="1"/>
                      <a:pt x="1408985" y="1"/>
                    </a:cubicBezTo>
                    <a:lnTo>
                      <a:pt x="1425049" y="1621"/>
                    </a:lnTo>
                    <a:lnTo>
                      <a:pt x="1454917" y="162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F6DDECC9-B147-4552-89E1-5F73784AAE8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801786" y="948473"/>
                <a:ext cx="4453485" cy="4206240"/>
              </a:xfrm>
              <a:custGeom>
                <a:avLst/>
                <a:gdLst>
                  <a:gd name="connsiteX0" fmla="*/ 1462942 w 5395334"/>
                  <a:gd name="connsiteY0" fmla="*/ 0 h 5095799"/>
                  <a:gd name="connsiteX1" fmla="*/ 3984988 w 5395334"/>
                  <a:gd name="connsiteY1" fmla="*/ 0 h 5095799"/>
                  <a:gd name="connsiteX2" fmla="*/ 3985441 w 5395334"/>
                  <a:gd name="connsiteY2" fmla="*/ 92 h 5095799"/>
                  <a:gd name="connsiteX3" fmla="*/ 3986349 w 5395334"/>
                  <a:gd name="connsiteY3" fmla="*/ 0 h 5095799"/>
                  <a:gd name="connsiteX4" fmla="*/ 3992111 w 5395334"/>
                  <a:gd name="connsiteY4" fmla="*/ 871 h 5095799"/>
                  <a:gd name="connsiteX5" fmla="*/ 4000743 w 5395334"/>
                  <a:gd name="connsiteY5" fmla="*/ 1 h 5095799"/>
                  <a:gd name="connsiteX6" fmla="*/ 4158030 w 5395334"/>
                  <a:gd name="connsiteY6" fmla="*/ 74177 h 5095799"/>
                  <a:gd name="connsiteX7" fmla="*/ 4166080 w 5395334"/>
                  <a:gd name="connsiteY7" fmla="*/ 87444 h 5095799"/>
                  <a:gd name="connsiteX8" fmla="*/ 4186897 w 5395334"/>
                  <a:gd name="connsiteY8" fmla="*/ 105256 h 5095799"/>
                  <a:gd name="connsiteX9" fmla="*/ 4636731 w 5395334"/>
                  <a:gd name="connsiteY9" fmla="*/ 990052 h 5095799"/>
                  <a:gd name="connsiteX10" fmla="*/ 4637035 w 5395334"/>
                  <a:gd name="connsiteY10" fmla="*/ 993958 h 5095799"/>
                  <a:gd name="connsiteX11" fmla="*/ 5366099 w 5395334"/>
                  <a:gd name="connsiteY11" fmla="*/ 2424827 h 5095799"/>
                  <a:gd name="connsiteX12" fmla="*/ 5373320 w 5395334"/>
                  <a:gd name="connsiteY12" fmla="*/ 2450714 h 5095799"/>
                  <a:gd name="connsiteX13" fmla="*/ 5372392 w 5395334"/>
                  <a:gd name="connsiteY13" fmla="*/ 2458289 h 5095799"/>
                  <a:gd name="connsiteX14" fmla="*/ 5379316 w 5395334"/>
                  <a:gd name="connsiteY14" fmla="*/ 2468559 h 5095799"/>
                  <a:gd name="connsiteX15" fmla="*/ 5395334 w 5395334"/>
                  <a:gd name="connsiteY15" fmla="*/ 2547900 h 5095799"/>
                  <a:gd name="connsiteX16" fmla="*/ 5379316 w 5395334"/>
                  <a:gd name="connsiteY16" fmla="*/ 2627240 h 5095799"/>
                  <a:gd name="connsiteX17" fmla="*/ 5363764 w 5395334"/>
                  <a:gd name="connsiteY17" fmla="*/ 2650306 h 5095799"/>
                  <a:gd name="connsiteX18" fmla="*/ 5364107 w 5395334"/>
                  <a:gd name="connsiteY18" fmla="*/ 2653148 h 5095799"/>
                  <a:gd name="connsiteX19" fmla="*/ 5356836 w 5395334"/>
                  <a:gd name="connsiteY19" fmla="*/ 2679021 h 5095799"/>
                  <a:gd name="connsiteX20" fmla="*/ 4189123 w 5395334"/>
                  <a:gd name="connsiteY20" fmla="*/ 4959727 h 5095799"/>
                  <a:gd name="connsiteX21" fmla="*/ 4172383 w 5395334"/>
                  <a:gd name="connsiteY21" fmla="*/ 4980751 h 5095799"/>
                  <a:gd name="connsiteX22" fmla="*/ 4166445 w 5395334"/>
                  <a:gd name="connsiteY22" fmla="*/ 4984029 h 5095799"/>
                  <a:gd name="connsiteX23" fmla="*/ 4143637 w 5395334"/>
                  <a:gd name="connsiteY23" fmla="*/ 5021623 h 5095799"/>
                  <a:gd name="connsiteX24" fmla="*/ 3986349 w 5395334"/>
                  <a:gd name="connsiteY24" fmla="*/ 5095798 h 5095799"/>
                  <a:gd name="connsiteX25" fmla="*/ 3970285 w 5395334"/>
                  <a:gd name="connsiteY25" fmla="*/ 5094179 h 5095799"/>
                  <a:gd name="connsiteX26" fmla="*/ 3940417 w 5395334"/>
                  <a:gd name="connsiteY26" fmla="*/ 5094179 h 5095799"/>
                  <a:gd name="connsiteX27" fmla="*/ 3932392 w 5395334"/>
                  <a:gd name="connsiteY27" fmla="*/ 5095799 h 5095799"/>
                  <a:gd name="connsiteX28" fmla="*/ 1410346 w 5395334"/>
                  <a:gd name="connsiteY28" fmla="*/ 5095799 h 5095799"/>
                  <a:gd name="connsiteX29" fmla="*/ 1409893 w 5395334"/>
                  <a:gd name="connsiteY29" fmla="*/ 5095708 h 5095799"/>
                  <a:gd name="connsiteX30" fmla="*/ 1408985 w 5395334"/>
                  <a:gd name="connsiteY30" fmla="*/ 5095799 h 5095799"/>
                  <a:gd name="connsiteX31" fmla="*/ 1403223 w 5395334"/>
                  <a:gd name="connsiteY31" fmla="*/ 5094928 h 5095799"/>
                  <a:gd name="connsiteX32" fmla="*/ 1394591 w 5395334"/>
                  <a:gd name="connsiteY32" fmla="*/ 5095798 h 5095799"/>
                  <a:gd name="connsiteX33" fmla="*/ 1206778 w 5395334"/>
                  <a:gd name="connsiteY33" fmla="*/ 4971308 h 5095799"/>
                  <a:gd name="connsiteX34" fmla="*/ 1206697 w 5395334"/>
                  <a:gd name="connsiteY34" fmla="*/ 4970904 h 5095799"/>
                  <a:gd name="connsiteX35" fmla="*/ 1195395 w 5395334"/>
                  <a:gd name="connsiteY35" fmla="*/ 4961234 h 5095799"/>
                  <a:gd name="connsiteX36" fmla="*/ 838951 w 5395334"/>
                  <a:gd name="connsiteY36" fmla="*/ 4260131 h 5095799"/>
                  <a:gd name="connsiteX37" fmla="*/ 29235 w 5395334"/>
                  <a:gd name="connsiteY37" fmla="*/ 2670972 h 5095799"/>
                  <a:gd name="connsiteX38" fmla="*/ 22014 w 5395334"/>
                  <a:gd name="connsiteY38" fmla="*/ 2645085 h 5095799"/>
                  <a:gd name="connsiteX39" fmla="*/ 22942 w 5395334"/>
                  <a:gd name="connsiteY39" fmla="*/ 2637511 h 5095799"/>
                  <a:gd name="connsiteX40" fmla="*/ 16019 w 5395334"/>
                  <a:gd name="connsiteY40" fmla="*/ 2627240 h 5095799"/>
                  <a:gd name="connsiteX41" fmla="*/ 0 w 5395334"/>
                  <a:gd name="connsiteY41" fmla="*/ 2547900 h 5095799"/>
                  <a:gd name="connsiteX42" fmla="*/ 16019 w 5395334"/>
                  <a:gd name="connsiteY42" fmla="*/ 2468559 h 5095799"/>
                  <a:gd name="connsiteX43" fmla="*/ 31570 w 5395334"/>
                  <a:gd name="connsiteY43" fmla="*/ 2445493 h 5095799"/>
                  <a:gd name="connsiteX44" fmla="*/ 31227 w 5395334"/>
                  <a:gd name="connsiteY44" fmla="*/ 2442651 h 5095799"/>
                  <a:gd name="connsiteX45" fmla="*/ 38498 w 5395334"/>
                  <a:gd name="connsiteY45" fmla="*/ 2416779 h 5095799"/>
                  <a:gd name="connsiteX46" fmla="*/ 1206211 w 5395334"/>
                  <a:gd name="connsiteY46" fmla="*/ 136072 h 5095799"/>
                  <a:gd name="connsiteX47" fmla="*/ 1222951 w 5395334"/>
                  <a:gd name="connsiteY47" fmla="*/ 115048 h 5095799"/>
                  <a:gd name="connsiteX48" fmla="*/ 1228889 w 5395334"/>
                  <a:gd name="connsiteY48" fmla="*/ 111770 h 5095799"/>
                  <a:gd name="connsiteX49" fmla="*/ 1251698 w 5395334"/>
                  <a:gd name="connsiteY49" fmla="*/ 74176 h 5095799"/>
                  <a:gd name="connsiteX50" fmla="*/ 1408985 w 5395334"/>
                  <a:gd name="connsiteY50" fmla="*/ 1 h 5095799"/>
                  <a:gd name="connsiteX51" fmla="*/ 1425049 w 5395334"/>
                  <a:gd name="connsiteY51" fmla="*/ 1621 h 5095799"/>
                  <a:gd name="connsiteX52" fmla="*/ 1454917 w 5395334"/>
                  <a:gd name="connsiteY52" fmla="*/ 1621 h 50957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</a:cxnLst>
                <a:rect l="l" t="t" r="r" b="b"/>
                <a:pathLst>
                  <a:path w="5395334" h="5095799">
                    <a:moveTo>
                      <a:pt x="1462942" y="0"/>
                    </a:moveTo>
                    <a:lnTo>
                      <a:pt x="3984988" y="0"/>
                    </a:lnTo>
                    <a:lnTo>
                      <a:pt x="3985441" y="92"/>
                    </a:lnTo>
                    <a:lnTo>
                      <a:pt x="3986349" y="0"/>
                    </a:lnTo>
                    <a:lnTo>
                      <a:pt x="3992111" y="871"/>
                    </a:lnTo>
                    <a:lnTo>
                      <a:pt x="4000743" y="1"/>
                    </a:lnTo>
                    <a:cubicBezTo>
                      <a:pt x="4064066" y="1"/>
                      <a:pt x="4120644" y="28876"/>
                      <a:pt x="4158030" y="74177"/>
                    </a:cubicBezTo>
                    <a:lnTo>
                      <a:pt x="4166080" y="87444"/>
                    </a:lnTo>
                    <a:lnTo>
                      <a:pt x="4186897" y="105256"/>
                    </a:lnTo>
                    <a:lnTo>
                      <a:pt x="4636731" y="990052"/>
                    </a:lnTo>
                    <a:lnTo>
                      <a:pt x="4637035" y="993958"/>
                    </a:lnTo>
                    <a:lnTo>
                      <a:pt x="5366099" y="2424827"/>
                    </a:lnTo>
                    <a:cubicBezTo>
                      <a:pt x="5370342" y="2433153"/>
                      <a:pt x="5372696" y="2441945"/>
                      <a:pt x="5373320" y="2450714"/>
                    </a:cubicBezTo>
                    <a:lnTo>
                      <a:pt x="5372392" y="2458289"/>
                    </a:lnTo>
                    <a:lnTo>
                      <a:pt x="5379316" y="2468559"/>
                    </a:lnTo>
                    <a:cubicBezTo>
                      <a:pt x="5389631" y="2492945"/>
                      <a:pt x="5395334" y="2519756"/>
                      <a:pt x="5395334" y="2547900"/>
                    </a:cubicBezTo>
                    <a:cubicBezTo>
                      <a:pt x="5395334" y="2576042"/>
                      <a:pt x="5389631" y="2602854"/>
                      <a:pt x="5379316" y="2627240"/>
                    </a:cubicBezTo>
                    <a:lnTo>
                      <a:pt x="5363764" y="2650306"/>
                    </a:lnTo>
                    <a:lnTo>
                      <a:pt x="5364107" y="2653148"/>
                    </a:lnTo>
                    <a:cubicBezTo>
                      <a:pt x="5363465" y="2661916"/>
                      <a:pt x="5361095" y="2670703"/>
                      <a:pt x="5356836" y="2679021"/>
                    </a:cubicBezTo>
                    <a:lnTo>
                      <a:pt x="4189123" y="4959727"/>
                    </a:lnTo>
                    <a:cubicBezTo>
                      <a:pt x="4184864" y="4968044"/>
                      <a:pt x="4179122" y="4975105"/>
                      <a:pt x="4172383" y="4980751"/>
                    </a:cubicBezTo>
                    <a:lnTo>
                      <a:pt x="4166445" y="4984029"/>
                    </a:lnTo>
                    <a:lnTo>
                      <a:pt x="4143637" y="5021623"/>
                    </a:lnTo>
                    <a:cubicBezTo>
                      <a:pt x="4106251" y="5066924"/>
                      <a:pt x="4049673" y="5095798"/>
                      <a:pt x="3986349" y="5095798"/>
                    </a:cubicBezTo>
                    <a:lnTo>
                      <a:pt x="3970285" y="5094179"/>
                    </a:lnTo>
                    <a:lnTo>
                      <a:pt x="3940417" y="5094179"/>
                    </a:lnTo>
                    <a:lnTo>
                      <a:pt x="3932392" y="5095799"/>
                    </a:lnTo>
                    <a:lnTo>
                      <a:pt x="1410346" y="5095799"/>
                    </a:lnTo>
                    <a:lnTo>
                      <a:pt x="1409893" y="5095708"/>
                    </a:lnTo>
                    <a:lnTo>
                      <a:pt x="1408985" y="5095799"/>
                    </a:lnTo>
                    <a:lnTo>
                      <a:pt x="1403223" y="5094928"/>
                    </a:lnTo>
                    <a:lnTo>
                      <a:pt x="1394591" y="5095798"/>
                    </a:lnTo>
                    <a:cubicBezTo>
                      <a:pt x="1310161" y="5095798"/>
                      <a:pt x="1237720" y="5044466"/>
                      <a:pt x="1206778" y="4971308"/>
                    </a:cubicBezTo>
                    <a:lnTo>
                      <a:pt x="1206697" y="4970904"/>
                    </a:lnTo>
                    <a:lnTo>
                      <a:pt x="1195395" y="4961234"/>
                    </a:lnTo>
                    <a:lnTo>
                      <a:pt x="838951" y="4260131"/>
                    </a:lnTo>
                    <a:lnTo>
                      <a:pt x="29235" y="2670972"/>
                    </a:lnTo>
                    <a:cubicBezTo>
                      <a:pt x="24992" y="2662646"/>
                      <a:pt x="22638" y="2653855"/>
                      <a:pt x="22014" y="2645085"/>
                    </a:cubicBezTo>
                    <a:lnTo>
                      <a:pt x="22942" y="2637511"/>
                    </a:lnTo>
                    <a:lnTo>
                      <a:pt x="16019" y="2627240"/>
                    </a:lnTo>
                    <a:cubicBezTo>
                      <a:pt x="5703" y="2602854"/>
                      <a:pt x="0" y="2576044"/>
                      <a:pt x="0" y="2547900"/>
                    </a:cubicBezTo>
                    <a:cubicBezTo>
                      <a:pt x="0" y="2519757"/>
                      <a:pt x="5703" y="2492945"/>
                      <a:pt x="16019" y="2468559"/>
                    </a:cubicBezTo>
                    <a:lnTo>
                      <a:pt x="31570" y="2445493"/>
                    </a:lnTo>
                    <a:lnTo>
                      <a:pt x="31227" y="2442651"/>
                    </a:lnTo>
                    <a:cubicBezTo>
                      <a:pt x="31869" y="2433883"/>
                      <a:pt x="34240" y="2425097"/>
                      <a:pt x="38498" y="2416779"/>
                    </a:cubicBezTo>
                    <a:lnTo>
                      <a:pt x="1206211" y="136072"/>
                    </a:lnTo>
                    <a:cubicBezTo>
                      <a:pt x="1210470" y="127755"/>
                      <a:pt x="1216212" y="120694"/>
                      <a:pt x="1222951" y="115048"/>
                    </a:cubicBezTo>
                    <a:lnTo>
                      <a:pt x="1228889" y="111770"/>
                    </a:lnTo>
                    <a:lnTo>
                      <a:pt x="1251698" y="74176"/>
                    </a:lnTo>
                    <a:cubicBezTo>
                      <a:pt x="1289084" y="28876"/>
                      <a:pt x="1345662" y="1"/>
                      <a:pt x="1408985" y="1"/>
                    </a:cubicBezTo>
                    <a:lnTo>
                      <a:pt x="1425049" y="1621"/>
                    </a:lnTo>
                    <a:lnTo>
                      <a:pt x="1454917" y="1621"/>
                    </a:lnTo>
                    <a:close/>
                  </a:path>
                </a:pathLst>
              </a:custGeom>
              <a:solidFill>
                <a:srgbClr val="BFBFBF"/>
              </a:solidFill>
              <a:ln>
                <a:noFill/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</p:grp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F76FFE1-D614-4F84-8D98-0D4EDCF6923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95921" y="1935281"/>
              <a:ext cx="3474720" cy="3281813"/>
            </a:xfrm>
            <a:custGeom>
              <a:avLst/>
              <a:gdLst>
                <a:gd name="connsiteX0" fmla="*/ 1462942 w 5395334"/>
                <a:gd name="connsiteY0" fmla="*/ 0 h 5095799"/>
                <a:gd name="connsiteX1" fmla="*/ 3984988 w 5395334"/>
                <a:gd name="connsiteY1" fmla="*/ 0 h 5095799"/>
                <a:gd name="connsiteX2" fmla="*/ 3985441 w 5395334"/>
                <a:gd name="connsiteY2" fmla="*/ 92 h 5095799"/>
                <a:gd name="connsiteX3" fmla="*/ 3986349 w 5395334"/>
                <a:gd name="connsiteY3" fmla="*/ 0 h 5095799"/>
                <a:gd name="connsiteX4" fmla="*/ 3992111 w 5395334"/>
                <a:gd name="connsiteY4" fmla="*/ 871 h 5095799"/>
                <a:gd name="connsiteX5" fmla="*/ 4000743 w 5395334"/>
                <a:gd name="connsiteY5" fmla="*/ 1 h 5095799"/>
                <a:gd name="connsiteX6" fmla="*/ 4158030 w 5395334"/>
                <a:gd name="connsiteY6" fmla="*/ 74177 h 5095799"/>
                <a:gd name="connsiteX7" fmla="*/ 4166080 w 5395334"/>
                <a:gd name="connsiteY7" fmla="*/ 87444 h 5095799"/>
                <a:gd name="connsiteX8" fmla="*/ 4186897 w 5395334"/>
                <a:gd name="connsiteY8" fmla="*/ 105256 h 5095799"/>
                <a:gd name="connsiteX9" fmla="*/ 4636731 w 5395334"/>
                <a:gd name="connsiteY9" fmla="*/ 990052 h 5095799"/>
                <a:gd name="connsiteX10" fmla="*/ 4637035 w 5395334"/>
                <a:gd name="connsiteY10" fmla="*/ 993958 h 5095799"/>
                <a:gd name="connsiteX11" fmla="*/ 5366099 w 5395334"/>
                <a:gd name="connsiteY11" fmla="*/ 2424827 h 5095799"/>
                <a:gd name="connsiteX12" fmla="*/ 5373320 w 5395334"/>
                <a:gd name="connsiteY12" fmla="*/ 2450714 h 5095799"/>
                <a:gd name="connsiteX13" fmla="*/ 5372392 w 5395334"/>
                <a:gd name="connsiteY13" fmla="*/ 2458289 h 5095799"/>
                <a:gd name="connsiteX14" fmla="*/ 5379316 w 5395334"/>
                <a:gd name="connsiteY14" fmla="*/ 2468559 h 5095799"/>
                <a:gd name="connsiteX15" fmla="*/ 5395334 w 5395334"/>
                <a:gd name="connsiteY15" fmla="*/ 2547900 h 5095799"/>
                <a:gd name="connsiteX16" fmla="*/ 5379316 w 5395334"/>
                <a:gd name="connsiteY16" fmla="*/ 2627240 h 5095799"/>
                <a:gd name="connsiteX17" fmla="*/ 5363764 w 5395334"/>
                <a:gd name="connsiteY17" fmla="*/ 2650306 h 5095799"/>
                <a:gd name="connsiteX18" fmla="*/ 5364107 w 5395334"/>
                <a:gd name="connsiteY18" fmla="*/ 2653148 h 5095799"/>
                <a:gd name="connsiteX19" fmla="*/ 5356836 w 5395334"/>
                <a:gd name="connsiteY19" fmla="*/ 2679021 h 5095799"/>
                <a:gd name="connsiteX20" fmla="*/ 4189123 w 5395334"/>
                <a:gd name="connsiteY20" fmla="*/ 4959727 h 5095799"/>
                <a:gd name="connsiteX21" fmla="*/ 4172383 w 5395334"/>
                <a:gd name="connsiteY21" fmla="*/ 4980751 h 5095799"/>
                <a:gd name="connsiteX22" fmla="*/ 4166445 w 5395334"/>
                <a:gd name="connsiteY22" fmla="*/ 4984029 h 5095799"/>
                <a:gd name="connsiteX23" fmla="*/ 4143637 w 5395334"/>
                <a:gd name="connsiteY23" fmla="*/ 5021623 h 5095799"/>
                <a:gd name="connsiteX24" fmla="*/ 3986349 w 5395334"/>
                <a:gd name="connsiteY24" fmla="*/ 5095798 h 5095799"/>
                <a:gd name="connsiteX25" fmla="*/ 3970285 w 5395334"/>
                <a:gd name="connsiteY25" fmla="*/ 5094179 h 5095799"/>
                <a:gd name="connsiteX26" fmla="*/ 3940417 w 5395334"/>
                <a:gd name="connsiteY26" fmla="*/ 5094179 h 5095799"/>
                <a:gd name="connsiteX27" fmla="*/ 3932392 w 5395334"/>
                <a:gd name="connsiteY27" fmla="*/ 5095799 h 5095799"/>
                <a:gd name="connsiteX28" fmla="*/ 1410346 w 5395334"/>
                <a:gd name="connsiteY28" fmla="*/ 5095799 h 5095799"/>
                <a:gd name="connsiteX29" fmla="*/ 1409893 w 5395334"/>
                <a:gd name="connsiteY29" fmla="*/ 5095708 h 5095799"/>
                <a:gd name="connsiteX30" fmla="*/ 1408985 w 5395334"/>
                <a:gd name="connsiteY30" fmla="*/ 5095799 h 5095799"/>
                <a:gd name="connsiteX31" fmla="*/ 1403223 w 5395334"/>
                <a:gd name="connsiteY31" fmla="*/ 5094928 h 5095799"/>
                <a:gd name="connsiteX32" fmla="*/ 1394591 w 5395334"/>
                <a:gd name="connsiteY32" fmla="*/ 5095798 h 5095799"/>
                <a:gd name="connsiteX33" fmla="*/ 1206778 w 5395334"/>
                <a:gd name="connsiteY33" fmla="*/ 4971308 h 5095799"/>
                <a:gd name="connsiteX34" fmla="*/ 1206697 w 5395334"/>
                <a:gd name="connsiteY34" fmla="*/ 4970904 h 5095799"/>
                <a:gd name="connsiteX35" fmla="*/ 1195395 w 5395334"/>
                <a:gd name="connsiteY35" fmla="*/ 4961234 h 5095799"/>
                <a:gd name="connsiteX36" fmla="*/ 838951 w 5395334"/>
                <a:gd name="connsiteY36" fmla="*/ 4260131 h 5095799"/>
                <a:gd name="connsiteX37" fmla="*/ 29235 w 5395334"/>
                <a:gd name="connsiteY37" fmla="*/ 2670972 h 5095799"/>
                <a:gd name="connsiteX38" fmla="*/ 22014 w 5395334"/>
                <a:gd name="connsiteY38" fmla="*/ 2645085 h 5095799"/>
                <a:gd name="connsiteX39" fmla="*/ 22942 w 5395334"/>
                <a:gd name="connsiteY39" fmla="*/ 2637511 h 5095799"/>
                <a:gd name="connsiteX40" fmla="*/ 16019 w 5395334"/>
                <a:gd name="connsiteY40" fmla="*/ 2627240 h 5095799"/>
                <a:gd name="connsiteX41" fmla="*/ 0 w 5395334"/>
                <a:gd name="connsiteY41" fmla="*/ 2547900 h 5095799"/>
                <a:gd name="connsiteX42" fmla="*/ 16019 w 5395334"/>
                <a:gd name="connsiteY42" fmla="*/ 2468559 h 5095799"/>
                <a:gd name="connsiteX43" fmla="*/ 31570 w 5395334"/>
                <a:gd name="connsiteY43" fmla="*/ 2445493 h 5095799"/>
                <a:gd name="connsiteX44" fmla="*/ 31227 w 5395334"/>
                <a:gd name="connsiteY44" fmla="*/ 2442651 h 5095799"/>
                <a:gd name="connsiteX45" fmla="*/ 38498 w 5395334"/>
                <a:gd name="connsiteY45" fmla="*/ 2416779 h 5095799"/>
                <a:gd name="connsiteX46" fmla="*/ 1206211 w 5395334"/>
                <a:gd name="connsiteY46" fmla="*/ 136072 h 5095799"/>
                <a:gd name="connsiteX47" fmla="*/ 1222951 w 5395334"/>
                <a:gd name="connsiteY47" fmla="*/ 115048 h 5095799"/>
                <a:gd name="connsiteX48" fmla="*/ 1228889 w 5395334"/>
                <a:gd name="connsiteY48" fmla="*/ 111770 h 5095799"/>
                <a:gd name="connsiteX49" fmla="*/ 1251698 w 5395334"/>
                <a:gd name="connsiteY49" fmla="*/ 74176 h 5095799"/>
                <a:gd name="connsiteX50" fmla="*/ 1408985 w 5395334"/>
                <a:gd name="connsiteY50" fmla="*/ 1 h 5095799"/>
                <a:gd name="connsiteX51" fmla="*/ 1425049 w 5395334"/>
                <a:gd name="connsiteY51" fmla="*/ 1621 h 5095799"/>
                <a:gd name="connsiteX52" fmla="*/ 1454917 w 5395334"/>
                <a:gd name="connsiteY52" fmla="*/ 1621 h 50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395334" h="5095799">
                  <a:moveTo>
                    <a:pt x="1462942" y="0"/>
                  </a:moveTo>
                  <a:lnTo>
                    <a:pt x="3984988" y="0"/>
                  </a:lnTo>
                  <a:lnTo>
                    <a:pt x="3985441" y="92"/>
                  </a:lnTo>
                  <a:lnTo>
                    <a:pt x="3986349" y="0"/>
                  </a:lnTo>
                  <a:lnTo>
                    <a:pt x="3992111" y="871"/>
                  </a:lnTo>
                  <a:lnTo>
                    <a:pt x="4000743" y="1"/>
                  </a:lnTo>
                  <a:cubicBezTo>
                    <a:pt x="4064066" y="1"/>
                    <a:pt x="4120644" y="28876"/>
                    <a:pt x="4158030" y="74177"/>
                  </a:cubicBezTo>
                  <a:lnTo>
                    <a:pt x="4166080" y="87444"/>
                  </a:lnTo>
                  <a:lnTo>
                    <a:pt x="4186897" y="105256"/>
                  </a:lnTo>
                  <a:lnTo>
                    <a:pt x="4636731" y="990052"/>
                  </a:lnTo>
                  <a:lnTo>
                    <a:pt x="4637035" y="993958"/>
                  </a:lnTo>
                  <a:lnTo>
                    <a:pt x="5366099" y="2424827"/>
                  </a:lnTo>
                  <a:cubicBezTo>
                    <a:pt x="5370342" y="2433153"/>
                    <a:pt x="5372696" y="2441945"/>
                    <a:pt x="5373320" y="2450714"/>
                  </a:cubicBezTo>
                  <a:lnTo>
                    <a:pt x="5372392" y="2458289"/>
                  </a:lnTo>
                  <a:lnTo>
                    <a:pt x="5379316" y="2468559"/>
                  </a:lnTo>
                  <a:cubicBezTo>
                    <a:pt x="5389631" y="2492945"/>
                    <a:pt x="5395334" y="2519756"/>
                    <a:pt x="5395334" y="2547900"/>
                  </a:cubicBezTo>
                  <a:cubicBezTo>
                    <a:pt x="5395334" y="2576042"/>
                    <a:pt x="5389631" y="2602854"/>
                    <a:pt x="5379316" y="2627240"/>
                  </a:cubicBezTo>
                  <a:lnTo>
                    <a:pt x="5363764" y="2650306"/>
                  </a:lnTo>
                  <a:lnTo>
                    <a:pt x="5364107" y="2653148"/>
                  </a:lnTo>
                  <a:cubicBezTo>
                    <a:pt x="5363465" y="2661916"/>
                    <a:pt x="5361095" y="2670703"/>
                    <a:pt x="5356836" y="2679021"/>
                  </a:cubicBezTo>
                  <a:lnTo>
                    <a:pt x="4189123" y="4959727"/>
                  </a:lnTo>
                  <a:cubicBezTo>
                    <a:pt x="4184864" y="4968044"/>
                    <a:pt x="4179122" y="4975105"/>
                    <a:pt x="4172383" y="4980751"/>
                  </a:cubicBezTo>
                  <a:lnTo>
                    <a:pt x="4166445" y="4984029"/>
                  </a:lnTo>
                  <a:lnTo>
                    <a:pt x="4143637" y="5021623"/>
                  </a:lnTo>
                  <a:cubicBezTo>
                    <a:pt x="4106251" y="5066924"/>
                    <a:pt x="4049673" y="5095798"/>
                    <a:pt x="3986349" y="5095798"/>
                  </a:cubicBezTo>
                  <a:lnTo>
                    <a:pt x="3970285" y="5094179"/>
                  </a:lnTo>
                  <a:lnTo>
                    <a:pt x="3940417" y="5094179"/>
                  </a:lnTo>
                  <a:lnTo>
                    <a:pt x="3932392" y="5095799"/>
                  </a:lnTo>
                  <a:lnTo>
                    <a:pt x="1410346" y="5095799"/>
                  </a:lnTo>
                  <a:lnTo>
                    <a:pt x="1409893" y="5095708"/>
                  </a:lnTo>
                  <a:lnTo>
                    <a:pt x="1408985" y="5095799"/>
                  </a:lnTo>
                  <a:lnTo>
                    <a:pt x="1403223" y="5094928"/>
                  </a:lnTo>
                  <a:lnTo>
                    <a:pt x="1394591" y="5095798"/>
                  </a:lnTo>
                  <a:cubicBezTo>
                    <a:pt x="1310161" y="5095798"/>
                    <a:pt x="1237720" y="5044466"/>
                    <a:pt x="1206778" y="4971308"/>
                  </a:cubicBezTo>
                  <a:lnTo>
                    <a:pt x="1206697" y="4970904"/>
                  </a:lnTo>
                  <a:lnTo>
                    <a:pt x="1195395" y="4961234"/>
                  </a:lnTo>
                  <a:lnTo>
                    <a:pt x="838951" y="4260131"/>
                  </a:lnTo>
                  <a:lnTo>
                    <a:pt x="29235" y="2670972"/>
                  </a:lnTo>
                  <a:cubicBezTo>
                    <a:pt x="24992" y="2662646"/>
                    <a:pt x="22638" y="2653855"/>
                    <a:pt x="22014" y="2645085"/>
                  </a:cubicBezTo>
                  <a:lnTo>
                    <a:pt x="22942" y="2637511"/>
                  </a:lnTo>
                  <a:lnTo>
                    <a:pt x="16019" y="2627240"/>
                  </a:lnTo>
                  <a:cubicBezTo>
                    <a:pt x="5703" y="2602854"/>
                    <a:pt x="0" y="2576044"/>
                    <a:pt x="0" y="2547900"/>
                  </a:cubicBezTo>
                  <a:cubicBezTo>
                    <a:pt x="0" y="2519757"/>
                    <a:pt x="5703" y="2492945"/>
                    <a:pt x="16019" y="2468559"/>
                  </a:cubicBezTo>
                  <a:lnTo>
                    <a:pt x="31570" y="2445493"/>
                  </a:lnTo>
                  <a:lnTo>
                    <a:pt x="31227" y="2442651"/>
                  </a:lnTo>
                  <a:cubicBezTo>
                    <a:pt x="31869" y="2433883"/>
                    <a:pt x="34240" y="2425097"/>
                    <a:pt x="38498" y="2416779"/>
                  </a:cubicBezTo>
                  <a:lnTo>
                    <a:pt x="1206211" y="136072"/>
                  </a:lnTo>
                  <a:cubicBezTo>
                    <a:pt x="1210470" y="127755"/>
                    <a:pt x="1216212" y="120694"/>
                    <a:pt x="1222951" y="115048"/>
                  </a:cubicBezTo>
                  <a:lnTo>
                    <a:pt x="1228889" y="111770"/>
                  </a:lnTo>
                  <a:lnTo>
                    <a:pt x="1251698" y="74176"/>
                  </a:lnTo>
                  <a:cubicBezTo>
                    <a:pt x="1289084" y="28876"/>
                    <a:pt x="1345662" y="1"/>
                    <a:pt x="1408985" y="1"/>
                  </a:cubicBezTo>
                  <a:lnTo>
                    <a:pt x="1425049" y="1621"/>
                  </a:lnTo>
                  <a:lnTo>
                    <a:pt x="1454917" y="1621"/>
                  </a:lnTo>
                  <a:close/>
                </a:path>
              </a:pathLst>
            </a:custGeom>
            <a:solidFill>
              <a:schemeClr val="tx1">
                <a:alpha val="50000"/>
              </a:schemeClr>
            </a:solidFill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77DC2D2-4F93-474B-A24E-3B539E6F4596}"/>
              </a:ext>
            </a:extLst>
          </p:cNvPr>
          <p:cNvGrpSpPr>
            <a:grpSpLocks noChangeAspect="1"/>
          </p:cNvGrpSpPr>
          <p:nvPr/>
        </p:nvGrpSpPr>
        <p:grpSpPr>
          <a:xfrm>
            <a:off x="5349595" y="3497075"/>
            <a:ext cx="2311850" cy="2183503"/>
            <a:chOff x="335615" y="1028218"/>
            <a:chExt cx="5395334" cy="5095799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F8E722B-48BB-4DAF-97AC-DD6FA431720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35615" y="1028218"/>
              <a:ext cx="5395334" cy="5095799"/>
              <a:chOff x="6330862" y="503694"/>
              <a:chExt cx="5395334" cy="5095799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92B11B0D-9B1B-4449-A63E-F4397153E58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330862" y="503694"/>
                <a:ext cx="5395334" cy="5095799"/>
              </a:xfrm>
              <a:custGeom>
                <a:avLst/>
                <a:gdLst>
                  <a:gd name="connsiteX0" fmla="*/ 1462942 w 5395334"/>
                  <a:gd name="connsiteY0" fmla="*/ 0 h 5095799"/>
                  <a:gd name="connsiteX1" fmla="*/ 3984988 w 5395334"/>
                  <a:gd name="connsiteY1" fmla="*/ 0 h 5095799"/>
                  <a:gd name="connsiteX2" fmla="*/ 3985441 w 5395334"/>
                  <a:gd name="connsiteY2" fmla="*/ 92 h 5095799"/>
                  <a:gd name="connsiteX3" fmla="*/ 3986349 w 5395334"/>
                  <a:gd name="connsiteY3" fmla="*/ 0 h 5095799"/>
                  <a:gd name="connsiteX4" fmla="*/ 3992111 w 5395334"/>
                  <a:gd name="connsiteY4" fmla="*/ 871 h 5095799"/>
                  <a:gd name="connsiteX5" fmla="*/ 4000743 w 5395334"/>
                  <a:gd name="connsiteY5" fmla="*/ 1 h 5095799"/>
                  <a:gd name="connsiteX6" fmla="*/ 4158030 w 5395334"/>
                  <a:gd name="connsiteY6" fmla="*/ 74177 h 5095799"/>
                  <a:gd name="connsiteX7" fmla="*/ 4166080 w 5395334"/>
                  <a:gd name="connsiteY7" fmla="*/ 87444 h 5095799"/>
                  <a:gd name="connsiteX8" fmla="*/ 4186897 w 5395334"/>
                  <a:gd name="connsiteY8" fmla="*/ 105256 h 5095799"/>
                  <a:gd name="connsiteX9" fmla="*/ 4636731 w 5395334"/>
                  <a:gd name="connsiteY9" fmla="*/ 990052 h 5095799"/>
                  <a:gd name="connsiteX10" fmla="*/ 4637035 w 5395334"/>
                  <a:gd name="connsiteY10" fmla="*/ 993958 h 5095799"/>
                  <a:gd name="connsiteX11" fmla="*/ 5366099 w 5395334"/>
                  <a:gd name="connsiteY11" fmla="*/ 2424827 h 5095799"/>
                  <a:gd name="connsiteX12" fmla="*/ 5373320 w 5395334"/>
                  <a:gd name="connsiteY12" fmla="*/ 2450714 h 5095799"/>
                  <a:gd name="connsiteX13" fmla="*/ 5372392 w 5395334"/>
                  <a:gd name="connsiteY13" fmla="*/ 2458289 h 5095799"/>
                  <a:gd name="connsiteX14" fmla="*/ 5379316 w 5395334"/>
                  <a:gd name="connsiteY14" fmla="*/ 2468559 h 5095799"/>
                  <a:gd name="connsiteX15" fmla="*/ 5395334 w 5395334"/>
                  <a:gd name="connsiteY15" fmla="*/ 2547900 h 5095799"/>
                  <a:gd name="connsiteX16" fmla="*/ 5379316 w 5395334"/>
                  <a:gd name="connsiteY16" fmla="*/ 2627240 h 5095799"/>
                  <a:gd name="connsiteX17" fmla="*/ 5363764 w 5395334"/>
                  <a:gd name="connsiteY17" fmla="*/ 2650306 h 5095799"/>
                  <a:gd name="connsiteX18" fmla="*/ 5364107 w 5395334"/>
                  <a:gd name="connsiteY18" fmla="*/ 2653148 h 5095799"/>
                  <a:gd name="connsiteX19" fmla="*/ 5356836 w 5395334"/>
                  <a:gd name="connsiteY19" fmla="*/ 2679021 h 5095799"/>
                  <a:gd name="connsiteX20" fmla="*/ 4189123 w 5395334"/>
                  <a:gd name="connsiteY20" fmla="*/ 4959727 h 5095799"/>
                  <a:gd name="connsiteX21" fmla="*/ 4172383 w 5395334"/>
                  <a:gd name="connsiteY21" fmla="*/ 4980751 h 5095799"/>
                  <a:gd name="connsiteX22" fmla="*/ 4166445 w 5395334"/>
                  <a:gd name="connsiteY22" fmla="*/ 4984029 h 5095799"/>
                  <a:gd name="connsiteX23" fmla="*/ 4143637 w 5395334"/>
                  <a:gd name="connsiteY23" fmla="*/ 5021623 h 5095799"/>
                  <a:gd name="connsiteX24" fmla="*/ 3986349 w 5395334"/>
                  <a:gd name="connsiteY24" fmla="*/ 5095798 h 5095799"/>
                  <a:gd name="connsiteX25" fmla="*/ 3970285 w 5395334"/>
                  <a:gd name="connsiteY25" fmla="*/ 5094179 h 5095799"/>
                  <a:gd name="connsiteX26" fmla="*/ 3940417 w 5395334"/>
                  <a:gd name="connsiteY26" fmla="*/ 5094179 h 5095799"/>
                  <a:gd name="connsiteX27" fmla="*/ 3932392 w 5395334"/>
                  <a:gd name="connsiteY27" fmla="*/ 5095799 h 5095799"/>
                  <a:gd name="connsiteX28" fmla="*/ 1410346 w 5395334"/>
                  <a:gd name="connsiteY28" fmla="*/ 5095799 h 5095799"/>
                  <a:gd name="connsiteX29" fmla="*/ 1409893 w 5395334"/>
                  <a:gd name="connsiteY29" fmla="*/ 5095708 h 5095799"/>
                  <a:gd name="connsiteX30" fmla="*/ 1408985 w 5395334"/>
                  <a:gd name="connsiteY30" fmla="*/ 5095799 h 5095799"/>
                  <a:gd name="connsiteX31" fmla="*/ 1403223 w 5395334"/>
                  <a:gd name="connsiteY31" fmla="*/ 5094928 h 5095799"/>
                  <a:gd name="connsiteX32" fmla="*/ 1394591 w 5395334"/>
                  <a:gd name="connsiteY32" fmla="*/ 5095798 h 5095799"/>
                  <a:gd name="connsiteX33" fmla="*/ 1206778 w 5395334"/>
                  <a:gd name="connsiteY33" fmla="*/ 4971308 h 5095799"/>
                  <a:gd name="connsiteX34" fmla="*/ 1206697 w 5395334"/>
                  <a:gd name="connsiteY34" fmla="*/ 4970904 h 5095799"/>
                  <a:gd name="connsiteX35" fmla="*/ 1195395 w 5395334"/>
                  <a:gd name="connsiteY35" fmla="*/ 4961234 h 5095799"/>
                  <a:gd name="connsiteX36" fmla="*/ 838951 w 5395334"/>
                  <a:gd name="connsiteY36" fmla="*/ 4260131 h 5095799"/>
                  <a:gd name="connsiteX37" fmla="*/ 29235 w 5395334"/>
                  <a:gd name="connsiteY37" fmla="*/ 2670972 h 5095799"/>
                  <a:gd name="connsiteX38" fmla="*/ 22014 w 5395334"/>
                  <a:gd name="connsiteY38" fmla="*/ 2645085 h 5095799"/>
                  <a:gd name="connsiteX39" fmla="*/ 22942 w 5395334"/>
                  <a:gd name="connsiteY39" fmla="*/ 2637511 h 5095799"/>
                  <a:gd name="connsiteX40" fmla="*/ 16019 w 5395334"/>
                  <a:gd name="connsiteY40" fmla="*/ 2627240 h 5095799"/>
                  <a:gd name="connsiteX41" fmla="*/ 0 w 5395334"/>
                  <a:gd name="connsiteY41" fmla="*/ 2547900 h 5095799"/>
                  <a:gd name="connsiteX42" fmla="*/ 16019 w 5395334"/>
                  <a:gd name="connsiteY42" fmla="*/ 2468559 h 5095799"/>
                  <a:gd name="connsiteX43" fmla="*/ 31570 w 5395334"/>
                  <a:gd name="connsiteY43" fmla="*/ 2445493 h 5095799"/>
                  <a:gd name="connsiteX44" fmla="*/ 31227 w 5395334"/>
                  <a:gd name="connsiteY44" fmla="*/ 2442651 h 5095799"/>
                  <a:gd name="connsiteX45" fmla="*/ 38498 w 5395334"/>
                  <a:gd name="connsiteY45" fmla="*/ 2416779 h 5095799"/>
                  <a:gd name="connsiteX46" fmla="*/ 1206211 w 5395334"/>
                  <a:gd name="connsiteY46" fmla="*/ 136072 h 5095799"/>
                  <a:gd name="connsiteX47" fmla="*/ 1222951 w 5395334"/>
                  <a:gd name="connsiteY47" fmla="*/ 115048 h 5095799"/>
                  <a:gd name="connsiteX48" fmla="*/ 1228889 w 5395334"/>
                  <a:gd name="connsiteY48" fmla="*/ 111770 h 5095799"/>
                  <a:gd name="connsiteX49" fmla="*/ 1251698 w 5395334"/>
                  <a:gd name="connsiteY49" fmla="*/ 74176 h 5095799"/>
                  <a:gd name="connsiteX50" fmla="*/ 1408985 w 5395334"/>
                  <a:gd name="connsiteY50" fmla="*/ 1 h 5095799"/>
                  <a:gd name="connsiteX51" fmla="*/ 1425049 w 5395334"/>
                  <a:gd name="connsiteY51" fmla="*/ 1621 h 5095799"/>
                  <a:gd name="connsiteX52" fmla="*/ 1454917 w 5395334"/>
                  <a:gd name="connsiteY52" fmla="*/ 1621 h 50957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</a:cxnLst>
                <a:rect l="l" t="t" r="r" b="b"/>
                <a:pathLst>
                  <a:path w="5395334" h="5095799">
                    <a:moveTo>
                      <a:pt x="1462942" y="0"/>
                    </a:moveTo>
                    <a:lnTo>
                      <a:pt x="3984988" y="0"/>
                    </a:lnTo>
                    <a:lnTo>
                      <a:pt x="3985441" y="92"/>
                    </a:lnTo>
                    <a:lnTo>
                      <a:pt x="3986349" y="0"/>
                    </a:lnTo>
                    <a:lnTo>
                      <a:pt x="3992111" y="871"/>
                    </a:lnTo>
                    <a:lnTo>
                      <a:pt x="4000743" y="1"/>
                    </a:lnTo>
                    <a:cubicBezTo>
                      <a:pt x="4064066" y="1"/>
                      <a:pt x="4120644" y="28876"/>
                      <a:pt x="4158030" y="74177"/>
                    </a:cubicBezTo>
                    <a:lnTo>
                      <a:pt x="4166080" y="87444"/>
                    </a:lnTo>
                    <a:lnTo>
                      <a:pt x="4186897" y="105256"/>
                    </a:lnTo>
                    <a:lnTo>
                      <a:pt x="4636731" y="990052"/>
                    </a:lnTo>
                    <a:lnTo>
                      <a:pt x="4637035" y="993958"/>
                    </a:lnTo>
                    <a:lnTo>
                      <a:pt x="5366099" y="2424827"/>
                    </a:lnTo>
                    <a:cubicBezTo>
                      <a:pt x="5370342" y="2433153"/>
                      <a:pt x="5372696" y="2441945"/>
                      <a:pt x="5373320" y="2450714"/>
                    </a:cubicBezTo>
                    <a:lnTo>
                      <a:pt x="5372392" y="2458289"/>
                    </a:lnTo>
                    <a:lnTo>
                      <a:pt x="5379316" y="2468559"/>
                    </a:lnTo>
                    <a:cubicBezTo>
                      <a:pt x="5389631" y="2492945"/>
                      <a:pt x="5395334" y="2519756"/>
                      <a:pt x="5395334" y="2547900"/>
                    </a:cubicBezTo>
                    <a:cubicBezTo>
                      <a:pt x="5395334" y="2576042"/>
                      <a:pt x="5389631" y="2602854"/>
                      <a:pt x="5379316" y="2627240"/>
                    </a:cubicBezTo>
                    <a:lnTo>
                      <a:pt x="5363764" y="2650306"/>
                    </a:lnTo>
                    <a:lnTo>
                      <a:pt x="5364107" y="2653148"/>
                    </a:lnTo>
                    <a:cubicBezTo>
                      <a:pt x="5363465" y="2661916"/>
                      <a:pt x="5361095" y="2670703"/>
                      <a:pt x="5356836" y="2679021"/>
                    </a:cubicBezTo>
                    <a:lnTo>
                      <a:pt x="4189123" y="4959727"/>
                    </a:lnTo>
                    <a:cubicBezTo>
                      <a:pt x="4184864" y="4968044"/>
                      <a:pt x="4179122" y="4975105"/>
                      <a:pt x="4172383" y="4980751"/>
                    </a:cubicBezTo>
                    <a:lnTo>
                      <a:pt x="4166445" y="4984029"/>
                    </a:lnTo>
                    <a:lnTo>
                      <a:pt x="4143637" y="5021623"/>
                    </a:lnTo>
                    <a:cubicBezTo>
                      <a:pt x="4106251" y="5066924"/>
                      <a:pt x="4049673" y="5095798"/>
                      <a:pt x="3986349" y="5095798"/>
                    </a:cubicBezTo>
                    <a:lnTo>
                      <a:pt x="3970285" y="5094179"/>
                    </a:lnTo>
                    <a:lnTo>
                      <a:pt x="3940417" y="5094179"/>
                    </a:lnTo>
                    <a:lnTo>
                      <a:pt x="3932392" y="5095799"/>
                    </a:lnTo>
                    <a:lnTo>
                      <a:pt x="1410346" y="5095799"/>
                    </a:lnTo>
                    <a:lnTo>
                      <a:pt x="1409893" y="5095708"/>
                    </a:lnTo>
                    <a:lnTo>
                      <a:pt x="1408985" y="5095799"/>
                    </a:lnTo>
                    <a:lnTo>
                      <a:pt x="1403223" y="5094928"/>
                    </a:lnTo>
                    <a:lnTo>
                      <a:pt x="1394591" y="5095798"/>
                    </a:lnTo>
                    <a:cubicBezTo>
                      <a:pt x="1310161" y="5095798"/>
                      <a:pt x="1237720" y="5044466"/>
                      <a:pt x="1206778" y="4971308"/>
                    </a:cubicBezTo>
                    <a:lnTo>
                      <a:pt x="1206697" y="4970904"/>
                    </a:lnTo>
                    <a:lnTo>
                      <a:pt x="1195395" y="4961234"/>
                    </a:lnTo>
                    <a:lnTo>
                      <a:pt x="838951" y="4260131"/>
                    </a:lnTo>
                    <a:lnTo>
                      <a:pt x="29235" y="2670972"/>
                    </a:lnTo>
                    <a:cubicBezTo>
                      <a:pt x="24992" y="2662646"/>
                      <a:pt x="22638" y="2653855"/>
                      <a:pt x="22014" y="2645085"/>
                    </a:cubicBezTo>
                    <a:lnTo>
                      <a:pt x="22942" y="2637511"/>
                    </a:lnTo>
                    <a:lnTo>
                      <a:pt x="16019" y="2627240"/>
                    </a:lnTo>
                    <a:cubicBezTo>
                      <a:pt x="5703" y="2602854"/>
                      <a:pt x="0" y="2576044"/>
                      <a:pt x="0" y="2547900"/>
                    </a:cubicBezTo>
                    <a:cubicBezTo>
                      <a:pt x="0" y="2519757"/>
                      <a:pt x="5703" y="2492945"/>
                      <a:pt x="16019" y="2468559"/>
                    </a:cubicBezTo>
                    <a:lnTo>
                      <a:pt x="31570" y="2445493"/>
                    </a:lnTo>
                    <a:lnTo>
                      <a:pt x="31227" y="2442651"/>
                    </a:lnTo>
                    <a:cubicBezTo>
                      <a:pt x="31869" y="2433883"/>
                      <a:pt x="34240" y="2425097"/>
                      <a:pt x="38498" y="2416779"/>
                    </a:cubicBezTo>
                    <a:lnTo>
                      <a:pt x="1206211" y="136072"/>
                    </a:lnTo>
                    <a:cubicBezTo>
                      <a:pt x="1210470" y="127755"/>
                      <a:pt x="1216212" y="120694"/>
                      <a:pt x="1222951" y="115048"/>
                    </a:cubicBezTo>
                    <a:lnTo>
                      <a:pt x="1228889" y="111770"/>
                    </a:lnTo>
                    <a:lnTo>
                      <a:pt x="1251698" y="74176"/>
                    </a:lnTo>
                    <a:cubicBezTo>
                      <a:pt x="1289084" y="28876"/>
                      <a:pt x="1345662" y="1"/>
                      <a:pt x="1408985" y="1"/>
                    </a:cubicBezTo>
                    <a:lnTo>
                      <a:pt x="1425049" y="1621"/>
                    </a:lnTo>
                    <a:lnTo>
                      <a:pt x="1454917" y="162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B22FDB45-D0F2-439F-B13A-13745B60506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801786" y="948473"/>
                <a:ext cx="4453485" cy="4206240"/>
              </a:xfrm>
              <a:custGeom>
                <a:avLst/>
                <a:gdLst>
                  <a:gd name="connsiteX0" fmla="*/ 1462942 w 5395334"/>
                  <a:gd name="connsiteY0" fmla="*/ 0 h 5095799"/>
                  <a:gd name="connsiteX1" fmla="*/ 3984988 w 5395334"/>
                  <a:gd name="connsiteY1" fmla="*/ 0 h 5095799"/>
                  <a:gd name="connsiteX2" fmla="*/ 3985441 w 5395334"/>
                  <a:gd name="connsiteY2" fmla="*/ 92 h 5095799"/>
                  <a:gd name="connsiteX3" fmla="*/ 3986349 w 5395334"/>
                  <a:gd name="connsiteY3" fmla="*/ 0 h 5095799"/>
                  <a:gd name="connsiteX4" fmla="*/ 3992111 w 5395334"/>
                  <a:gd name="connsiteY4" fmla="*/ 871 h 5095799"/>
                  <a:gd name="connsiteX5" fmla="*/ 4000743 w 5395334"/>
                  <a:gd name="connsiteY5" fmla="*/ 1 h 5095799"/>
                  <a:gd name="connsiteX6" fmla="*/ 4158030 w 5395334"/>
                  <a:gd name="connsiteY6" fmla="*/ 74177 h 5095799"/>
                  <a:gd name="connsiteX7" fmla="*/ 4166080 w 5395334"/>
                  <a:gd name="connsiteY7" fmla="*/ 87444 h 5095799"/>
                  <a:gd name="connsiteX8" fmla="*/ 4186897 w 5395334"/>
                  <a:gd name="connsiteY8" fmla="*/ 105256 h 5095799"/>
                  <a:gd name="connsiteX9" fmla="*/ 4636731 w 5395334"/>
                  <a:gd name="connsiteY9" fmla="*/ 990052 h 5095799"/>
                  <a:gd name="connsiteX10" fmla="*/ 4637035 w 5395334"/>
                  <a:gd name="connsiteY10" fmla="*/ 993958 h 5095799"/>
                  <a:gd name="connsiteX11" fmla="*/ 5366099 w 5395334"/>
                  <a:gd name="connsiteY11" fmla="*/ 2424827 h 5095799"/>
                  <a:gd name="connsiteX12" fmla="*/ 5373320 w 5395334"/>
                  <a:gd name="connsiteY12" fmla="*/ 2450714 h 5095799"/>
                  <a:gd name="connsiteX13" fmla="*/ 5372392 w 5395334"/>
                  <a:gd name="connsiteY13" fmla="*/ 2458289 h 5095799"/>
                  <a:gd name="connsiteX14" fmla="*/ 5379316 w 5395334"/>
                  <a:gd name="connsiteY14" fmla="*/ 2468559 h 5095799"/>
                  <a:gd name="connsiteX15" fmla="*/ 5395334 w 5395334"/>
                  <a:gd name="connsiteY15" fmla="*/ 2547900 h 5095799"/>
                  <a:gd name="connsiteX16" fmla="*/ 5379316 w 5395334"/>
                  <a:gd name="connsiteY16" fmla="*/ 2627240 h 5095799"/>
                  <a:gd name="connsiteX17" fmla="*/ 5363764 w 5395334"/>
                  <a:gd name="connsiteY17" fmla="*/ 2650306 h 5095799"/>
                  <a:gd name="connsiteX18" fmla="*/ 5364107 w 5395334"/>
                  <a:gd name="connsiteY18" fmla="*/ 2653148 h 5095799"/>
                  <a:gd name="connsiteX19" fmla="*/ 5356836 w 5395334"/>
                  <a:gd name="connsiteY19" fmla="*/ 2679021 h 5095799"/>
                  <a:gd name="connsiteX20" fmla="*/ 4189123 w 5395334"/>
                  <a:gd name="connsiteY20" fmla="*/ 4959727 h 5095799"/>
                  <a:gd name="connsiteX21" fmla="*/ 4172383 w 5395334"/>
                  <a:gd name="connsiteY21" fmla="*/ 4980751 h 5095799"/>
                  <a:gd name="connsiteX22" fmla="*/ 4166445 w 5395334"/>
                  <a:gd name="connsiteY22" fmla="*/ 4984029 h 5095799"/>
                  <a:gd name="connsiteX23" fmla="*/ 4143637 w 5395334"/>
                  <a:gd name="connsiteY23" fmla="*/ 5021623 h 5095799"/>
                  <a:gd name="connsiteX24" fmla="*/ 3986349 w 5395334"/>
                  <a:gd name="connsiteY24" fmla="*/ 5095798 h 5095799"/>
                  <a:gd name="connsiteX25" fmla="*/ 3970285 w 5395334"/>
                  <a:gd name="connsiteY25" fmla="*/ 5094179 h 5095799"/>
                  <a:gd name="connsiteX26" fmla="*/ 3940417 w 5395334"/>
                  <a:gd name="connsiteY26" fmla="*/ 5094179 h 5095799"/>
                  <a:gd name="connsiteX27" fmla="*/ 3932392 w 5395334"/>
                  <a:gd name="connsiteY27" fmla="*/ 5095799 h 5095799"/>
                  <a:gd name="connsiteX28" fmla="*/ 1410346 w 5395334"/>
                  <a:gd name="connsiteY28" fmla="*/ 5095799 h 5095799"/>
                  <a:gd name="connsiteX29" fmla="*/ 1409893 w 5395334"/>
                  <a:gd name="connsiteY29" fmla="*/ 5095708 h 5095799"/>
                  <a:gd name="connsiteX30" fmla="*/ 1408985 w 5395334"/>
                  <a:gd name="connsiteY30" fmla="*/ 5095799 h 5095799"/>
                  <a:gd name="connsiteX31" fmla="*/ 1403223 w 5395334"/>
                  <a:gd name="connsiteY31" fmla="*/ 5094928 h 5095799"/>
                  <a:gd name="connsiteX32" fmla="*/ 1394591 w 5395334"/>
                  <a:gd name="connsiteY32" fmla="*/ 5095798 h 5095799"/>
                  <a:gd name="connsiteX33" fmla="*/ 1206778 w 5395334"/>
                  <a:gd name="connsiteY33" fmla="*/ 4971308 h 5095799"/>
                  <a:gd name="connsiteX34" fmla="*/ 1206697 w 5395334"/>
                  <a:gd name="connsiteY34" fmla="*/ 4970904 h 5095799"/>
                  <a:gd name="connsiteX35" fmla="*/ 1195395 w 5395334"/>
                  <a:gd name="connsiteY35" fmla="*/ 4961234 h 5095799"/>
                  <a:gd name="connsiteX36" fmla="*/ 838951 w 5395334"/>
                  <a:gd name="connsiteY36" fmla="*/ 4260131 h 5095799"/>
                  <a:gd name="connsiteX37" fmla="*/ 29235 w 5395334"/>
                  <a:gd name="connsiteY37" fmla="*/ 2670972 h 5095799"/>
                  <a:gd name="connsiteX38" fmla="*/ 22014 w 5395334"/>
                  <a:gd name="connsiteY38" fmla="*/ 2645085 h 5095799"/>
                  <a:gd name="connsiteX39" fmla="*/ 22942 w 5395334"/>
                  <a:gd name="connsiteY39" fmla="*/ 2637511 h 5095799"/>
                  <a:gd name="connsiteX40" fmla="*/ 16019 w 5395334"/>
                  <a:gd name="connsiteY40" fmla="*/ 2627240 h 5095799"/>
                  <a:gd name="connsiteX41" fmla="*/ 0 w 5395334"/>
                  <a:gd name="connsiteY41" fmla="*/ 2547900 h 5095799"/>
                  <a:gd name="connsiteX42" fmla="*/ 16019 w 5395334"/>
                  <a:gd name="connsiteY42" fmla="*/ 2468559 h 5095799"/>
                  <a:gd name="connsiteX43" fmla="*/ 31570 w 5395334"/>
                  <a:gd name="connsiteY43" fmla="*/ 2445493 h 5095799"/>
                  <a:gd name="connsiteX44" fmla="*/ 31227 w 5395334"/>
                  <a:gd name="connsiteY44" fmla="*/ 2442651 h 5095799"/>
                  <a:gd name="connsiteX45" fmla="*/ 38498 w 5395334"/>
                  <a:gd name="connsiteY45" fmla="*/ 2416779 h 5095799"/>
                  <a:gd name="connsiteX46" fmla="*/ 1206211 w 5395334"/>
                  <a:gd name="connsiteY46" fmla="*/ 136072 h 5095799"/>
                  <a:gd name="connsiteX47" fmla="*/ 1222951 w 5395334"/>
                  <a:gd name="connsiteY47" fmla="*/ 115048 h 5095799"/>
                  <a:gd name="connsiteX48" fmla="*/ 1228889 w 5395334"/>
                  <a:gd name="connsiteY48" fmla="*/ 111770 h 5095799"/>
                  <a:gd name="connsiteX49" fmla="*/ 1251698 w 5395334"/>
                  <a:gd name="connsiteY49" fmla="*/ 74176 h 5095799"/>
                  <a:gd name="connsiteX50" fmla="*/ 1408985 w 5395334"/>
                  <a:gd name="connsiteY50" fmla="*/ 1 h 5095799"/>
                  <a:gd name="connsiteX51" fmla="*/ 1425049 w 5395334"/>
                  <a:gd name="connsiteY51" fmla="*/ 1621 h 5095799"/>
                  <a:gd name="connsiteX52" fmla="*/ 1454917 w 5395334"/>
                  <a:gd name="connsiteY52" fmla="*/ 1621 h 50957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</a:cxnLst>
                <a:rect l="l" t="t" r="r" b="b"/>
                <a:pathLst>
                  <a:path w="5395334" h="5095799">
                    <a:moveTo>
                      <a:pt x="1462942" y="0"/>
                    </a:moveTo>
                    <a:lnTo>
                      <a:pt x="3984988" y="0"/>
                    </a:lnTo>
                    <a:lnTo>
                      <a:pt x="3985441" y="92"/>
                    </a:lnTo>
                    <a:lnTo>
                      <a:pt x="3986349" y="0"/>
                    </a:lnTo>
                    <a:lnTo>
                      <a:pt x="3992111" y="871"/>
                    </a:lnTo>
                    <a:lnTo>
                      <a:pt x="4000743" y="1"/>
                    </a:lnTo>
                    <a:cubicBezTo>
                      <a:pt x="4064066" y="1"/>
                      <a:pt x="4120644" y="28876"/>
                      <a:pt x="4158030" y="74177"/>
                    </a:cubicBezTo>
                    <a:lnTo>
                      <a:pt x="4166080" y="87444"/>
                    </a:lnTo>
                    <a:lnTo>
                      <a:pt x="4186897" y="105256"/>
                    </a:lnTo>
                    <a:lnTo>
                      <a:pt x="4636731" y="990052"/>
                    </a:lnTo>
                    <a:lnTo>
                      <a:pt x="4637035" y="993958"/>
                    </a:lnTo>
                    <a:lnTo>
                      <a:pt x="5366099" y="2424827"/>
                    </a:lnTo>
                    <a:cubicBezTo>
                      <a:pt x="5370342" y="2433153"/>
                      <a:pt x="5372696" y="2441945"/>
                      <a:pt x="5373320" y="2450714"/>
                    </a:cubicBezTo>
                    <a:lnTo>
                      <a:pt x="5372392" y="2458289"/>
                    </a:lnTo>
                    <a:lnTo>
                      <a:pt x="5379316" y="2468559"/>
                    </a:lnTo>
                    <a:cubicBezTo>
                      <a:pt x="5389631" y="2492945"/>
                      <a:pt x="5395334" y="2519756"/>
                      <a:pt x="5395334" y="2547900"/>
                    </a:cubicBezTo>
                    <a:cubicBezTo>
                      <a:pt x="5395334" y="2576042"/>
                      <a:pt x="5389631" y="2602854"/>
                      <a:pt x="5379316" y="2627240"/>
                    </a:cubicBezTo>
                    <a:lnTo>
                      <a:pt x="5363764" y="2650306"/>
                    </a:lnTo>
                    <a:lnTo>
                      <a:pt x="5364107" y="2653148"/>
                    </a:lnTo>
                    <a:cubicBezTo>
                      <a:pt x="5363465" y="2661916"/>
                      <a:pt x="5361095" y="2670703"/>
                      <a:pt x="5356836" y="2679021"/>
                    </a:cubicBezTo>
                    <a:lnTo>
                      <a:pt x="4189123" y="4959727"/>
                    </a:lnTo>
                    <a:cubicBezTo>
                      <a:pt x="4184864" y="4968044"/>
                      <a:pt x="4179122" y="4975105"/>
                      <a:pt x="4172383" y="4980751"/>
                    </a:cubicBezTo>
                    <a:lnTo>
                      <a:pt x="4166445" y="4984029"/>
                    </a:lnTo>
                    <a:lnTo>
                      <a:pt x="4143637" y="5021623"/>
                    </a:lnTo>
                    <a:cubicBezTo>
                      <a:pt x="4106251" y="5066924"/>
                      <a:pt x="4049673" y="5095798"/>
                      <a:pt x="3986349" y="5095798"/>
                    </a:cubicBezTo>
                    <a:lnTo>
                      <a:pt x="3970285" y="5094179"/>
                    </a:lnTo>
                    <a:lnTo>
                      <a:pt x="3940417" y="5094179"/>
                    </a:lnTo>
                    <a:lnTo>
                      <a:pt x="3932392" y="5095799"/>
                    </a:lnTo>
                    <a:lnTo>
                      <a:pt x="1410346" y="5095799"/>
                    </a:lnTo>
                    <a:lnTo>
                      <a:pt x="1409893" y="5095708"/>
                    </a:lnTo>
                    <a:lnTo>
                      <a:pt x="1408985" y="5095799"/>
                    </a:lnTo>
                    <a:lnTo>
                      <a:pt x="1403223" y="5094928"/>
                    </a:lnTo>
                    <a:lnTo>
                      <a:pt x="1394591" y="5095798"/>
                    </a:lnTo>
                    <a:cubicBezTo>
                      <a:pt x="1310161" y="5095798"/>
                      <a:pt x="1237720" y="5044466"/>
                      <a:pt x="1206778" y="4971308"/>
                    </a:cubicBezTo>
                    <a:lnTo>
                      <a:pt x="1206697" y="4970904"/>
                    </a:lnTo>
                    <a:lnTo>
                      <a:pt x="1195395" y="4961234"/>
                    </a:lnTo>
                    <a:lnTo>
                      <a:pt x="838951" y="4260131"/>
                    </a:lnTo>
                    <a:lnTo>
                      <a:pt x="29235" y="2670972"/>
                    </a:lnTo>
                    <a:cubicBezTo>
                      <a:pt x="24992" y="2662646"/>
                      <a:pt x="22638" y="2653855"/>
                      <a:pt x="22014" y="2645085"/>
                    </a:cubicBezTo>
                    <a:lnTo>
                      <a:pt x="22942" y="2637511"/>
                    </a:lnTo>
                    <a:lnTo>
                      <a:pt x="16019" y="2627240"/>
                    </a:lnTo>
                    <a:cubicBezTo>
                      <a:pt x="5703" y="2602854"/>
                      <a:pt x="0" y="2576044"/>
                      <a:pt x="0" y="2547900"/>
                    </a:cubicBezTo>
                    <a:cubicBezTo>
                      <a:pt x="0" y="2519757"/>
                      <a:pt x="5703" y="2492945"/>
                      <a:pt x="16019" y="2468559"/>
                    </a:cubicBezTo>
                    <a:lnTo>
                      <a:pt x="31570" y="2445493"/>
                    </a:lnTo>
                    <a:lnTo>
                      <a:pt x="31227" y="2442651"/>
                    </a:lnTo>
                    <a:cubicBezTo>
                      <a:pt x="31869" y="2433883"/>
                      <a:pt x="34240" y="2425097"/>
                      <a:pt x="38498" y="2416779"/>
                    </a:cubicBezTo>
                    <a:lnTo>
                      <a:pt x="1206211" y="136072"/>
                    </a:lnTo>
                    <a:cubicBezTo>
                      <a:pt x="1210470" y="127755"/>
                      <a:pt x="1216212" y="120694"/>
                      <a:pt x="1222951" y="115048"/>
                    </a:cubicBezTo>
                    <a:lnTo>
                      <a:pt x="1228889" y="111770"/>
                    </a:lnTo>
                    <a:lnTo>
                      <a:pt x="1251698" y="74176"/>
                    </a:lnTo>
                    <a:cubicBezTo>
                      <a:pt x="1289084" y="28876"/>
                      <a:pt x="1345662" y="1"/>
                      <a:pt x="1408985" y="1"/>
                    </a:cubicBezTo>
                    <a:lnTo>
                      <a:pt x="1425049" y="1621"/>
                    </a:lnTo>
                    <a:lnTo>
                      <a:pt x="1454917" y="1621"/>
                    </a:lnTo>
                    <a:close/>
                  </a:path>
                </a:pathLst>
              </a:custGeom>
              <a:solidFill>
                <a:srgbClr val="939393"/>
              </a:solidFill>
              <a:ln>
                <a:noFill/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</p:grp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B1FB9E3-B6B5-4FE7-BCB4-061D14BAA69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95921" y="1935281"/>
              <a:ext cx="3474720" cy="3281813"/>
            </a:xfrm>
            <a:custGeom>
              <a:avLst/>
              <a:gdLst>
                <a:gd name="connsiteX0" fmla="*/ 1462942 w 5395334"/>
                <a:gd name="connsiteY0" fmla="*/ 0 h 5095799"/>
                <a:gd name="connsiteX1" fmla="*/ 3984988 w 5395334"/>
                <a:gd name="connsiteY1" fmla="*/ 0 h 5095799"/>
                <a:gd name="connsiteX2" fmla="*/ 3985441 w 5395334"/>
                <a:gd name="connsiteY2" fmla="*/ 92 h 5095799"/>
                <a:gd name="connsiteX3" fmla="*/ 3986349 w 5395334"/>
                <a:gd name="connsiteY3" fmla="*/ 0 h 5095799"/>
                <a:gd name="connsiteX4" fmla="*/ 3992111 w 5395334"/>
                <a:gd name="connsiteY4" fmla="*/ 871 h 5095799"/>
                <a:gd name="connsiteX5" fmla="*/ 4000743 w 5395334"/>
                <a:gd name="connsiteY5" fmla="*/ 1 h 5095799"/>
                <a:gd name="connsiteX6" fmla="*/ 4158030 w 5395334"/>
                <a:gd name="connsiteY6" fmla="*/ 74177 h 5095799"/>
                <a:gd name="connsiteX7" fmla="*/ 4166080 w 5395334"/>
                <a:gd name="connsiteY7" fmla="*/ 87444 h 5095799"/>
                <a:gd name="connsiteX8" fmla="*/ 4186897 w 5395334"/>
                <a:gd name="connsiteY8" fmla="*/ 105256 h 5095799"/>
                <a:gd name="connsiteX9" fmla="*/ 4636731 w 5395334"/>
                <a:gd name="connsiteY9" fmla="*/ 990052 h 5095799"/>
                <a:gd name="connsiteX10" fmla="*/ 4637035 w 5395334"/>
                <a:gd name="connsiteY10" fmla="*/ 993958 h 5095799"/>
                <a:gd name="connsiteX11" fmla="*/ 5366099 w 5395334"/>
                <a:gd name="connsiteY11" fmla="*/ 2424827 h 5095799"/>
                <a:gd name="connsiteX12" fmla="*/ 5373320 w 5395334"/>
                <a:gd name="connsiteY12" fmla="*/ 2450714 h 5095799"/>
                <a:gd name="connsiteX13" fmla="*/ 5372392 w 5395334"/>
                <a:gd name="connsiteY13" fmla="*/ 2458289 h 5095799"/>
                <a:gd name="connsiteX14" fmla="*/ 5379316 w 5395334"/>
                <a:gd name="connsiteY14" fmla="*/ 2468559 h 5095799"/>
                <a:gd name="connsiteX15" fmla="*/ 5395334 w 5395334"/>
                <a:gd name="connsiteY15" fmla="*/ 2547900 h 5095799"/>
                <a:gd name="connsiteX16" fmla="*/ 5379316 w 5395334"/>
                <a:gd name="connsiteY16" fmla="*/ 2627240 h 5095799"/>
                <a:gd name="connsiteX17" fmla="*/ 5363764 w 5395334"/>
                <a:gd name="connsiteY17" fmla="*/ 2650306 h 5095799"/>
                <a:gd name="connsiteX18" fmla="*/ 5364107 w 5395334"/>
                <a:gd name="connsiteY18" fmla="*/ 2653148 h 5095799"/>
                <a:gd name="connsiteX19" fmla="*/ 5356836 w 5395334"/>
                <a:gd name="connsiteY19" fmla="*/ 2679021 h 5095799"/>
                <a:gd name="connsiteX20" fmla="*/ 4189123 w 5395334"/>
                <a:gd name="connsiteY20" fmla="*/ 4959727 h 5095799"/>
                <a:gd name="connsiteX21" fmla="*/ 4172383 w 5395334"/>
                <a:gd name="connsiteY21" fmla="*/ 4980751 h 5095799"/>
                <a:gd name="connsiteX22" fmla="*/ 4166445 w 5395334"/>
                <a:gd name="connsiteY22" fmla="*/ 4984029 h 5095799"/>
                <a:gd name="connsiteX23" fmla="*/ 4143637 w 5395334"/>
                <a:gd name="connsiteY23" fmla="*/ 5021623 h 5095799"/>
                <a:gd name="connsiteX24" fmla="*/ 3986349 w 5395334"/>
                <a:gd name="connsiteY24" fmla="*/ 5095798 h 5095799"/>
                <a:gd name="connsiteX25" fmla="*/ 3970285 w 5395334"/>
                <a:gd name="connsiteY25" fmla="*/ 5094179 h 5095799"/>
                <a:gd name="connsiteX26" fmla="*/ 3940417 w 5395334"/>
                <a:gd name="connsiteY26" fmla="*/ 5094179 h 5095799"/>
                <a:gd name="connsiteX27" fmla="*/ 3932392 w 5395334"/>
                <a:gd name="connsiteY27" fmla="*/ 5095799 h 5095799"/>
                <a:gd name="connsiteX28" fmla="*/ 1410346 w 5395334"/>
                <a:gd name="connsiteY28" fmla="*/ 5095799 h 5095799"/>
                <a:gd name="connsiteX29" fmla="*/ 1409893 w 5395334"/>
                <a:gd name="connsiteY29" fmla="*/ 5095708 h 5095799"/>
                <a:gd name="connsiteX30" fmla="*/ 1408985 w 5395334"/>
                <a:gd name="connsiteY30" fmla="*/ 5095799 h 5095799"/>
                <a:gd name="connsiteX31" fmla="*/ 1403223 w 5395334"/>
                <a:gd name="connsiteY31" fmla="*/ 5094928 h 5095799"/>
                <a:gd name="connsiteX32" fmla="*/ 1394591 w 5395334"/>
                <a:gd name="connsiteY32" fmla="*/ 5095798 h 5095799"/>
                <a:gd name="connsiteX33" fmla="*/ 1206778 w 5395334"/>
                <a:gd name="connsiteY33" fmla="*/ 4971308 h 5095799"/>
                <a:gd name="connsiteX34" fmla="*/ 1206697 w 5395334"/>
                <a:gd name="connsiteY34" fmla="*/ 4970904 h 5095799"/>
                <a:gd name="connsiteX35" fmla="*/ 1195395 w 5395334"/>
                <a:gd name="connsiteY35" fmla="*/ 4961234 h 5095799"/>
                <a:gd name="connsiteX36" fmla="*/ 838951 w 5395334"/>
                <a:gd name="connsiteY36" fmla="*/ 4260131 h 5095799"/>
                <a:gd name="connsiteX37" fmla="*/ 29235 w 5395334"/>
                <a:gd name="connsiteY37" fmla="*/ 2670972 h 5095799"/>
                <a:gd name="connsiteX38" fmla="*/ 22014 w 5395334"/>
                <a:gd name="connsiteY38" fmla="*/ 2645085 h 5095799"/>
                <a:gd name="connsiteX39" fmla="*/ 22942 w 5395334"/>
                <a:gd name="connsiteY39" fmla="*/ 2637511 h 5095799"/>
                <a:gd name="connsiteX40" fmla="*/ 16019 w 5395334"/>
                <a:gd name="connsiteY40" fmla="*/ 2627240 h 5095799"/>
                <a:gd name="connsiteX41" fmla="*/ 0 w 5395334"/>
                <a:gd name="connsiteY41" fmla="*/ 2547900 h 5095799"/>
                <a:gd name="connsiteX42" fmla="*/ 16019 w 5395334"/>
                <a:gd name="connsiteY42" fmla="*/ 2468559 h 5095799"/>
                <a:gd name="connsiteX43" fmla="*/ 31570 w 5395334"/>
                <a:gd name="connsiteY43" fmla="*/ 2445493 h 5095799"/>
                <a:gd name="connsiteX44" fmla="*/ 31227 w 5395334"/>
                <a:gd name="connsiteY44" fmla="*/ 2442651 h 5095799"/>
                <a:gd name="connsiteX45" fmla="*/ 38498 w 5395334"/>
                <a:gd name="connsiteY45" fmla="*/ 2416779 h 5095799"/>
                <a:gd name="connsiteX46" fmla="*/ 1206211 w 5395334"/>
                <a:gd name="connsiteY46" fmla="*/ 136072 h 5095799"/>
                <a:gd name="connsiteX47" fmla="*/ 1222951 w 5395334"/>
                <a:gd name="connsiteY47" fmla="*/ 115048 h 5095799"/>
                <a:gd name="connsiteX48" fmla="*/ 1228889 w 5395334"/>
                <a:gd name="connsiteY48" fmla="*/ 111770 h 5095799"/>
                <a:gd name="connsiteX49" fmla="*/ 1251698 w 5395334"/>
                <a:gd name="connsiteY49" fmla="*/ 74176 h 5095799"/>
                <a:gd name="connsiteX50" fmla="*/ 1408985 w 5395334"/>
                <a:gd name="connsiteY50" fmla="*/ 1 h 5095799"/>
                <a:gd name="connsiteX51" fmla="*/ 1425049 w 5395334"/>
                <a:gd name="connsiteY51" fmla="*/ 1621 h 5095799"/>
                <a:gd name="connsiteX52" fmla="*/ 1454917 w 5395334"/>
                <a:gd name="connsiteY52" fmla="*/ 1621 h 50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395334" h="5095799">
                  <a:moveTo>
                    <a:pt x="1462942" y="0"/>
                  </a:moveTo>
                  <a:lnTo>
                    <a:pt x="3984988" y="0"/>
                  </a:lnTo>
                  <a:lnTo>
                    <a:pt x="3985441" y="92"/>
                  </a:lnTo>
                  <a:lnTo>
                    <a:pt x="3986349" y="0"/>
                  </a:lnTo>
                  <a:lnTo>
                    <a:pt x="3992111" y="871"/>
                  </a:lnTo>
                  <a:lnTo>
                    <a:pt x="4000743" y="1"/>
                  </a:lnTo>
                  <a:cubicBezTo>
                    <a:pt x="4064066" y="1"/>
                    <a:pt x="4120644" y="28876"/>
                    <a:pt x="4158030" y="74177"/>
                  </a:cubicBezTo>
                  <a:lnTo>
                    <a:pt x="4166080" y="87444"/>
                  </a:lnTo>
                  <a:lnTo>
                    <a:pt x="4186897" y="105256"/>
                  </a:lnTo>
                  <a:lnTo>
                    <a:pt x="4636731" y="990052"/>
                  </a:lnTo>
                  <a:lnTo>
                    <a:pt x="4637035" y="993958"/>
                  </a:lnTo>
                  <a:lnTo>
                    <a:pt x="5366099" y="2424827"/>
                  </a:lnTo>
                  <a:cubicBezTo>
                    <a:pt x="5370342" y="2433153"/>
                    <a:pt x="5372696" y="2441945"/>
                    <a:pt x="5373320" y="2450714"/>
                  </a:cubicBezTo>
                  <a:lnTo>
                    <a:pt x="5372392" y="2458289"/>
                  </a:lnTo>
                  <a:lnTo>
                    <a:pt x="5379316" y="2468559"/>
                  </a:lnTo>
                  <a:cubicBezTo>
                    <a:pt x="5389631" y="2492945"/>
                    <a:pt x="5395334" y="2519756"/>
                    <a:pt x="5395334" y="2547900"/>
                  </a:cubicBezTo>
                  <a:cubicBezTo>
                    <a:pt x="5395334" y="2576042"/>
                    <a:pt x="5389631" y="2602854"/>
                    <a:pt x="5379316" y="2627240"/>
                  </a:cubicBezTo>
                  <a:lnTo>
                    <a:pt x="5363764" y="2650306"/>
                  </a:lnTo>
                  <a:lnTo>
                    <a:pt x="5364107" y="2653148"/>
                  </a:lnTo>
                  <a:cubicBezTo>
                    <a:pt x="5363465" y="2661916"/>
                    <a:pt x="5361095" y="2670703"/>
                    <a:pt x="5356836" y="2679021"/>
                  </a:cubicBezTo>
                  <a:lnTo>
                    <a:pt x="4189123" y="4959727"/>
                  </a:lnTo>
                  <a:cubicBezTo>
                    <a:pt x="4184864" y="4968044"/>
                    <a:pt x="4179122" y="4975105"/>
                    <a:pt x="4172383" y="4980751"/>
                  </a:cubicBezTo>
                  <a:lnTo>
                    <a:pt x="4166445" y="4984029"/>
                  </a:lnTo>
                  <a:lnTo>
                    <a:pt x="4143637" y="5021623"/>
                  </a:lnTo>
                  <a:cubicBezTo>
                    <a:pt x="4106251" y="5066924"/>
                    <a:pt x="4049673" y="5095798"/>
                    <a:pt x="3986349" y="5095798"/>
                  </a:cubicBezTo>
                  <a:lnTo>
                    <a:pt x="3970285" y="5094179"/>
                  </a:lnTo>
                  <a:lnTo>
                    <a:pt x="3940417" y="5094179"/>
                  </a:lnTo>
                  <a:lnTo>
                    <a:pt x="3932392" y="5095799"/>
                  </a:lnTo>
                  <a:lnTo>
                    <a:pt x="1410346" y="5095799"/>
                  </a:lnTo>
                  <a:lnTo>
                    <a:pt x="1409893" y="5095708"/>
                  </a:lnTo>
                  <a:lnTo>
                    <a:pt x="1408985" y="5095799"/>
                  </a:lnTo>
                  <a:lnTo>
                    <a:pt x="1403223" y="5094928"/>
                  </a:lnTo>
                  <a:lnTo>
                    <a:pt x="1394591" y="5095798"/>
                  </a:lnTo>
                  <a:cubicBezTo>
                    <a:pt x="1310161" y="5095798"/>
                    <a:pt x="1237720" y="5044466"/>
                    <a:pt x="1206778" y="4971308"/>
                  </a:cubicBezTo>
                  <a:lnTo>
                    <a:pt x="1206697" y="4970904"/>
                  </a:lnTo>
                  <a:lnTo>
                    <a:pt x="1195395" y="4961234"/>
                  </a:lnTo>
                  <a:lnTo>
                    <a:pt x="838951" y="4260131"/>
                  </a:lnTo>
                  <a:lnTo>
                    <a:pt x="29235" y="2670972"/>
                  </a:lnTo>
                  <a:cubicBezTo>
                    <a:pt x="24992" y="2662646"/>
                    <a:pt x="22638" y="2653855"/>
                    <a:pt x="22014" y="2645085"/>
                  </a:cubicBezTo>
                  <a:lnTo>
                    <a:pt x="22942" y="2637511"/>
                  </a:lnTo>
                  <a:lnTo>
                    <a:pt x="16019" y="2627240"/>
                  </a:lnTo>
                  <a:cubicBezTo>
                    <a:pt x="5703" y="2602854"/>
                    <a:pt x="0" y="2576044"/>
                    <a:pt x="0" y="2547900"/>
                  </a:cubicBezTo>
                  <a:cubicBezTo>
                    <a:pt x="0" y="2519757"/>
                    <a:pt x="5703" y="2492945"/>
                    <a:pt x="16019" y="2468559"/>
                  </a:cubicBezTo>
                  <a:lnTo>
                    <a:pt x="31570" y="2445493"/>
                  </a:lnTo>
                  <a:lnTo>
                    <a:pt x="31227" y="2442651"/>
                  </a:lnTo>
                  <a:cubicBezTo>
                    <a:pt x="31869" y="2433883"/>
                    <a:pt x="34240" y="2425097"/>
                    <a:pt x="38498" y="2416779"/>
                  </a:cubicBezTo>
                  <a:lnTo>
                    <a:pt x="1206211" y="136072"/>
                  </a:lnTo>
                  <a:cubicBezTo>
                    <a:pt x="1210470" y="127755"/>
                    <a:pt x="1216212" y="120694"/>
                    <a:pt x="1222951" y="115048"/>
                  </a:cubicBezTo>
                  <a:lnTo>
                    <a:pt x="1228889" y="111770"/>
                  </a:lnTo>
                  <a:lnTo>
                    <a:pt x="1251698" y="74176"/>
                  </a:lnTo>
                  <a:cubicBezTo>
                    <a:pt x="1289084" y="28876"/>
                    <a:pt x="1345662" y="1"/>
                    <a:pt x="1408985" y="1"/>
                  </a:cubicBezTo>
                  <a:lnTo>
                    <a:pt x="1425049" y="1621"/>
                  </a:lnTo>
                  <a:lnTo>
                    <a:pt x="1454917" y="1621"/>
                  </a:lnTo>
                  <a:close/>
                </a:path>
              </a:pathLst>
            </a:custGeom>
            <a:solidFill>
              <a:schemeClr val="tx1">
                <a:alpha val="50000"/>
              </a:schemeClr>
            </a:solidFill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987ECD9-B55D-4E20-AAC1-6273C1384C0F}"/>
              </a:ext>
            </a:extLst>
          </p:cNvPr>
          <p:cNvGrpSpPr>
            <a:grpSpLocks noChangeAspect="1"/>
          </p:cNvGrpSpPr>
          <p:nvPr/>
        </p:nvGrpSpPr>
        <p:grpSpPr>
          <a:xfrm>
            <a:off x="3518678" y="2373848"/>
            <a:ext cx="2311850" cy="2183503"/>
            <a:chOff x="335615" y="1028218"/>
            <a:chExt cx="5395334" cy="5095799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C605185-67AE-4152-A151-C3361412929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35615" y="1028218"/>
              <a:ext cx="5395334" cy="5095799"/>
              <a:chOff x="6330862" y="503694"/>
              <a:chExt cx="5395334" cy="5095799"/>
            </a:xfrm>
          </p:grpSpPr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52C80E0B-CCF1-49CA-A7E2-FFA0764F04E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330862" y="503694"/>
                <a:ext cx="5395334" cy="5095799"/>
              </a:xfrm>
              <a:custGeom>
                <a:avLst/>
                <a:gdLst>
                  <a:gd name="connsiteX0" fmla="*/ 1462942 w 5395334"/>
                  <a:gd name="connsiteY0" fmla="*/ 0 h 5095799"/>
                  <a:gd name="connsiteX1" fmla="*/ 3984988 w 5395334"/>
                  <a:gd name="connsiteY1" fmla="*/ 0 h 5095799"/>
                  <a:gd name="connsiteX2" fmla="*/ 3985441 w 5395334"/>
                  <a:gd name="connsiteY2" fmla="*/ 92 h 5095799"/>
                  <a:gd name="connsiteX3" fmla="*/ 3986349 w 5395334"/>
                  <a:gd name="connsiteY3" fmla="*/ 0 h 5095799"/>
                  <a:gd name="connsiteX4" fmla="*/ 3992111 w 5395334"/>
                  <a:gd name="connsiteY4" fmla="*/ 871 h 5095799"/>
                  <a:gd name="connsiteX5" fmla="*/ 4000743 w 5395334"/>
                  <a:gd name="connsiteY5" fmla="*/ 1 h 5095799"/>
                  <a:gd name="connsiteX6" fmla="*/ 4158030 w 5395334"/>
                  <a:gd name="connsiteY6" fmla="*/ 74177 h 5095799"/>
                  <a:gd name="connsiteX7" fmla="*/ 4166080 w 5395334"/>
                  <a:gd name="connsiteY7" fmla="*/ 87444 h 5095799"/>
                  <a:gd name="connsiteX8" fmla="*/ 4186897 w 5395334"/>
                  <a:gd name="connsiteY8" fmla="*/ 105256 h 5095799"/>
                  <a:gd name="connsiteX9" fmla="*/ 4636731 w 5395334"/>
                  <a:gd name="connsiteY9" fmla="*/ 990052 h 5095799"/>
                  <a:gd name="connsiteX10" fmla="*/ 4637035 w 5395334"/>
                  <a:gd name="connsiteY10" fmla="*/ 993958 h 5095799"/>
                  <a:gd name="connsiteX11" fmla="*/ 5366099 w 5395334"/>
                  <a:gd name="connsiteY11" fmla="*/ 2424827 h 5095799"/>
                  <a:gd name="connsiteX12" fmla="*/ 5373320 w 5395334"/>
                  <a:gd name="connsiteY12" fmla="*/ 2450714 h 5095799"/>
                  <a:gd name="connsiteX13" fmla="*/ 5372392 w 5395334"/>
                  <a:gd name="connsiteY13" fmla="*/ 2458289 h 5095799"/>
                  <a:gd name="connsiteX14" fmla="*/ 5379316 w 5395334"/>
                  <a:gd name="connsiteY14" fmla="*/ 2468559 h 5095799"/>
                  <a:gd name="connsiteX15" fmla="*/ 5395334 w 5395334"/>
                  <a:gd name="connsiteY15" fmla="*/ 2547900 h 5095799"/>
                  <a:gd name="connsiteX16" fmla="*/ 5379316 w 5395334"/>
                  <a:gd name="connsiteY16" fmla="*/ 2627240 h 5095799"/>
                  <a:gd name="connsiteX17" fmla="*/ 5363764 w 5395334"/>
                  <a:gd name="connsiteY17" fmla="*/ 2650306 h 5095799"/>
                  <a:gd name="connsiteX18" fmla="*/ 5364107 w 5395334"/>
                  <a:gd name="connsiteY18" fmla="*/ 2653148 h 5095799"/>
                  <a:gd name="connsiteX19" fmla="*/ 5356836 w 5395334"/>
                  <a:gd name="connsiteY19" fmla="*/ 2679021 h 5095799"/>
                  <a:gd name="connsiteX20" fmla="*/ 4189123 w 5395334"/>
                  <a:gd name="connsiteY20" fmla="*/ 4959727 h 5095799"/>
                  <a:gd name="connsiteX21" fmla="*/ 4172383 w 5395334"/>
                  <a:gd name="connsiteY21" fmla="*/ 4980751 h 5095799"/>
                  <a:gd name="connsiteX22" fmla="*/ 4166445 w 5395334"/>
                  <a:gd name="connsiteY22" fmla="*/ 4984029 h 5095799"/>
                  <a:gd name="connsiteX23" fmla="*/ 4143637 w 5395334"/>
                  <a:gd name="connsiteY23" fmla="*/ 5021623 h 5095799"/>
                  <a:gd name="connsiteX24" fmla="*/ 3986349 w 5395334"/>
                  <a:gd name="connsiteY24" fmla="*/ 5095798 h 5095799"/>
                  <a:gd name="connsiteX25" fmla="*/ 3970285 w 5395334"/>
                  <a:gd name="connsiteY25" fmla="*/ 5094179 h 5095799"/>
                  <a:gd name="connsiteX26" fmla="*/ 3940417 w 5395334"/>
                  <a:gd name="connsiteY26" fmla="*/ 5094179 h 5095799"/>
                  <a:gd name="connsiteX27" fmla="*/ 3932392 w 5395334"/>
                  <a:gd name="connsiteY27" fmla="*/ 5095799 h 5095799"/>
                  <a:gd name="connsiteX28" fmla="*/ 1410346 w 5395334"/>
                  <a:gd name="connsiteY28" fmla="*/ 5095799 h 5095799"/>
                  <a:gd name="connsiteX29" fmla="*/ 1409893 w 5395334"/>
                  <a:gd name="connsiteY29" fmla="*/ 5095708 h 5095799"/>
                  <a:gd name="connsiteX30" fmla="*/ 1408985 w 5395334"/>
                  <a:gd name="connsiteY30" fmla="*/ 5095799 h 5095799"/>
                  <a:gd name="connsiteX31" fmla="*/ 1403223 w 5395334"/>
                  <a:gd name="connsiteY31" fmla="*/ 5094928 h 5095799"/>
                  <a:gd name="connsiteX32" fmla="*/ 1394591 w 5395334"/>
                  <a:gd name="connsiteY32" fmla="*/ 5095798 h 5095799"/>
                  <a:gd name="connsiteX33" fmla="*/ 1206778 w 5395334"/>
                  <a:gd name="connsiteY33" fmla="*/ 4971308 h 5095799"/>
                  <a:gd name="connsiteX34" fmla="*/ 1206697 w 5395334"/>
                  <a:gd name="connsiteY34" fmla="*/ 4970904 h 5095799"/>
                  <a:gd name="connsiteX35" fmla="*/ 1195395 w 5395334"/>
                  <a:gd name="connsiteY35" fmla="*/ 4961234 h 5095799"/>
                  <a:gd name="connsiteX36" fmla="*/ 838951 w 5395334"/>
                  <a:gd name="connsiteY36" fmla="*/ 4260131 h 5095799"/>
                  <a:gd name="connsiteX37" fmla="*/ 29235 w 5395334"/>
                  <a:gd name="connsiteY37" fmla="*/ 2670972 h 5095799"/>
                  <a:gd name="connsiteX38" fmla="*/ 22014 w 5395334"/>
                  <a:gd name="connsiteY38" fmla="*/ 2645085 h 5095799"/>
                  <a:gd name="connsiteX39" fmla="*/ 22942 w 5395334"/>
                  <a:gd name="connsiteY39" fmla="*/ 2637511 h 5095799"/>
                  <a:gd name="connsiteX40" fmla="*/ 16019 w 5395334"/>
                  <a:gd name="connsiteY40" fmla="*/ 2627240 h 5095799"/>
                  <a:gd name="connsiteX41" fmla="*/ 0 w 5395334"/>
                  <a:gd name="connsiteY41" fmla="*/ 2547900 h 5095799"/>
                  <a:gd name="connsiteX42" fmla="*/ 16019 w 5395334"/>
                  <a:gd name="connsiteY42" fmla="*/ 2468559 h 5095799"/>
                  <a:gd name="connsiteX43" fmla="*/ 31570 w 5395334"/>
                  <a:gd name="connsiteY43" fmla="*/ 2445493 h 5095799"/>
                  <a:gd name="connsiteX44" fmla="*/ 31227 w 5395334"/>
                  <a:gd name="connsiteY44" fmla="*/ 2442651 h 5095799"/>
                  <a:gd name="connsiteX45" fmla="*/ 38498 w 5395334"/>
                  <a:gd name="connsiteY45" fmla="*/ 2416779 h 5095799"/>
                  <a:gd name="connsiteX46" fmla="*/ 1206211 w 5395334"/>
                  <a:gd name="connsiteY46" fmla="*/ 136072 h 5095799"/>
                  <a:gd name="connsiteX47" fmla="*/ 1222951 w 5395334"/>
                  <a:gd name="connsiteY47" fmla="*/ 115048 h 5095799"/>
                  <a:gd name="connsiteX48" fmla="*/ 1228889 w 5395334"/>
                  <a:gd name="connsiteY48" fmla="*/ 111770 h 5095799"/>
                  <a:gd name="connsiteX49" fmla="*/ 1251698 w 5395334"/>
                  <a:gd name="connsiteY49" fmla="*/ 74176 h 5095799"/>
                  <a:gd name="connsiteX50" fmla="*/ 1408985 w 5395334"/>
                  <a:gd name="connsiteY50" fmla="*/ 1 h 5095799"/>
                  <a:gd name="connsiteX51" fmla="*/ 1425049 w 5395334"/>
                  <a:gd name="connsiteY51" fmla="*/ 1621 h 5095799"/>
                  <a:gd name="connsiteX52" fmla="*/ 1454917 w 5395334"/>
                  <a:gd name="connsiteY52" fmla="*/ 1621 h 50957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</a:cxnLst>
                <a:rect l="l" t="t" r="r" b="b"/>
                <a:pathLst>
                  <a:path w="5395334" h="5095799">
                    <a:moveTo>
                      <a:pt x="1462942" y="0"/>
                    </a:moveTo>
                    <a:lnTo>
                      <a:pt x="3984988" y="0"/>
                    </a:lnTo>
                    <a:lnTo>
                      <a:pt x="3985441" y="92"/>
                    </a:lnTo>
                    <a:lnTo>
                      <a:pt x="3986349" y="0"/>
                    </a:lnTo>
                    <a:lnTo>
                      <a:pt x="3992111" y="871"/>
                    </a:lnTo>
                    <a:lnTo>
                      <a:pt x="4000743" y="1"/>
                    </a:lnTo>
                    <a:cubicBezTo>
                      <a:pt x="4064066" y="1"/>
                      <a:pt x="4120644" y="28876"/>
                      <a:pt x="4158030" y="74177"/>
                    </a:cubicBezTo>
                    <a:lnTo>
                      <a:pt x="4166080" y="87444"/>
                    </a:lnTo>
                    <a:lnTo>
                      <a:pt x="4186897" y="105256"/>
                    </a:lnTo>
                    <a:lnTo>
                      <a:pt x="4636731" y="990052"/>
                    </a:lnTo>
                    <a:lnTo>
                      <a:pt x="4637035" y="993958"/>
                    </a:lnTo>
                    <a:lnTo>
                      <a:pt x="5366099" y="2424827"/>
                    </a:lnTo>
                    <a:cubicBezTo>
                      <a:pt x="5370342" y="2433153"/>
                      <a:pt x="5372696" y="2441945"/>
                      <a:pt x="5373320" y="2450714"/>
                    </a:cubicBezTo>
                    <a:lnTo>
                      <a:pt x="5372392" y="2458289"/>
                    </a:lnTo>
                    <a:lnTo>
                      <a:pt x="5379316" y="2468559"/>
                    </a:lnTo>
                    <a:cubicBezTo>
                      <a:pt x="5389631" y="2492945"/>
                      <a:pt x="5395334" y="2519756"/>
                      <a:pt x="5395334" y="2547900"/>
                    </a:cubicBezTo>
                    <a:cubicBezTo>
                      <a:pt x="5395334" y="2576042"/>
                      <a:pt x="5389631" y="2602854"/>
                      <a:pt x="5379316" y="2627240"/>
                    </a:cubicBezTo>
                    <a:lnTo>
                      <a:pt x="5363764" y="2650306"/>
                    </a:lnTo>
                    <a:lnTo>
                      <a:pt x="5364107" y="2653148"/>
                    </a:lnTo>
                    <a:cubicBezTo>
                      <a:pt x="5363465" y="2661916"/>
                      <a:pt x="5361095" y="2670703"/>
                      <a:pt x="5356836" y="2679021"/>
                    </a:cubicBezTo>
                    <a:lnTo>
                      <a:pt x="4189123" y="4959727"/>
                    </a:lnTo>
                    <a:cubicBezTo>
                      <a:pt x="4184864" y="4968044"/>
                      <a:pt x="4179122" y="4975105"/>
                      <a:pt x="4172383" y="4980751"/>
                    </a:cubicBezTo>
                    <a:lnTo>
                      <a:pt x="4166445" y="4984029"/>
                    </a:lnTo>
                    <a:lnTo>
                      <a:pt x="4143637" y="5021623"/>
                    </a:lnTo>
                    <a:cubicBezTo>
                      <a:pt x="4106251" y="5066924"/>
                      <a:pt x="4049673" y="5095798"/>
                      <a:pt x="3986349" y="5095798"/>
                    </a:cubicBezTo>
                    <a:lnTo>
                      <a:pt x="3970285" y="5094179"/>
                    </a:lnTo>
                    <a:lnTo>
                      <a:pt x="3940417" y="5094179"/>
                    </a:lnTo>
                    <a:lnTo>
                      <a:pt x="3932392" y="5095799"/>
                    </a:lnTo>
                    <a:lnTo>
                      <a:pt x="1410346" y="5095799"/>
                    </a:lnTo>
                    <a:lnTo>
                      <a:pt x="1409893" y="5095708"/>
                    </a:lnTo>
                    <a:lnTo>
                      <a:pt x="1408985" y="5095799"/>
                    </a:lnTo>
                    <a:lnTo>
                      <a:pt x="1403223" y="5094928"/>
                    </a:lnTo>
                    <a:lnTo>
                      <a:pt x="1394591" y="5095798"/>
                    </a:lnTo>
                    <a:cubicBezTo>
                      <a:pt x="1310161" y="5095798"/>
                      <a:pt x="1237720" y="5044466"/>
                      <a:pt x="1206778" y="4971308"/>
                    </a:cubicBezTo>
                    <a:lnTo>
                      <a:pt x="1206697" y="4970904"/>
                    </a:lnTo>
                    <a:lnTo>
                      <a:pt x="1195395" y="4961234"/>
                    </a:lnTo>
                    <a:lnTo>
                      <a:pt x="838951" y="4260131"/>
                    </a:lnTo>
                    <a:lnTo>
                      <a:pt x="29235" y="2670972"/>
                    </a:lnTo>
                    <a:cubicBezTo>
                      <a:pt x="24992" y="2662646"/>
                      <a:pt x="22638" y="2653855"/>
                      <a:pt x="22014" y="2645085"/>
                    </a:cubicBezTo>
                    <a:lnTo>
                      <a:pt x="22942" y="2637511"/>
                    </a:lnTo>
                    <a:lnTo>
                      <a:pt x="16019" y="2627240"/>
                    </a:lnTo>
                    <a:cubicBezTo>
                      <a:pt x="5703" y="2602854"/>
                      <a:pt x="0" y="2576044"/>
                      <a:pt x="0" y="2547900"/>
                    </a:cubicBezTo>
                    <a:cubicBezTo>
                      <a:pt x="0" y="2519757"/>
                      <a:pt x="5703" y="2492945"/>
                      <a:pt x="16019" y="2468559"/>
                    </a:cubicBezTo>
                    <a:lnTo>
                      <a:pt x="31570" y="2445493"/>
                    </a:lnTo>
                    <a:lnTo>
                      <a:pt x="31227" y="2442651"/>
                    </a:lnTo>
                    <a:cubicBezTo>
                      <a:pt x="31869" y="2433883"/>
                      <a:pt x="34240" y="2425097"/>
                      <a:pt x="38498" y="2416779"/>
                    </a:cubicBezTo>
                    <a:lnTo>
                      <a:pt x="1206211" y="136072"/>
                    </a:lnTo>
                    <a:cubicBezTo>
                      <a:pt x="1210470" y="127755"/>
                      <a:pt x="1216212" y="120694"/>
                      <a:pt x="1222951" y="115048"/>
                    </a:cubicBezTo>
                    <a:lnTo>
                      <a:pt x="1228889" y="111770"/>
                    </a:lnTo>
                    <a:lnTo>
                      <a:pt x="1251698" y="74176"/>
                    </a:lnTo>
                    <a:cubicBezTo>
                      <a:pt x="1289084" y="28876"/>
                      <a:pt x="1345662" y="1"/>
                      <a:pt x="1408985" y="1"/>
                    </a:cubicBezTo>
                    <a:lnTo>
                      <a:pt x="1425049" y="1621"/>
                    </a:lnTo>
                    <a:lnTo>
                      <a:pt x="1454917" y="162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B8B64815-E104-440C-BA1D-9B8A39806EF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801786" y="948473"/>
                <a:ext cx="4453485" cy="4206240"/>
              </a:xfrm>
              <a:custGeom>
                <a:avLst/>
                <a:gdLst>
                  <a:gd name="connsiteX0" fmla="*/ 1462942 w 5395334"/>
                  <a:gd name="connsiteY0" fmla="*/ 0 h 5095799"/>
                  <a:gd name="connsiteX1" fmla="*/ 3984988 w 5395334"/>
                  <a:gd name="connsiteY1" fmla="*/ 0 h 5095799"/>
                  <a:gd name="connsiteX2" fmla="*/ 3985441 w 5395334"/>
                  <a:gd name="connsiteY2" fmla="*/ 92 h 5095799"/>
                  <a:gd name="connsiteX3" fmla="*/ 3986349 w 5395334"/>
                  <a:gd name="connsiteY3" fmla="*/ 0 h 5095799"/>
                  <a:gd name="connsiteX4" fmla="*/ 3992111 w 5395334"/>
                  <a:gd name="connsiteY4" fmla="*/ 871 h 5095799"/>
                  <a:gd name="connsiteX5" fmla="*/ 4000743 w 5395334"/>
                  <a:gd name="connsiteY5" fmla="*/ 1 h 5095799"/>
                  <a:gd name="connsiteX6" fmla="*/ 4158030 w 5395334"/>
                  <a:gd name="connsiteY6" fmla="*/ 74177 h 5095799"/>
                  <a:gd name="connsiteX7" fmla="*/ 4166080 w 5395334"/>
                  <a:gd name="connsiteY7" fmla="*/ 87444 h 5095799"/>
                  <a:gd name="connsiteX8" fmla="*/ 4186897 w 5395334"/>
                  <a:gd name="connsiteY8" fmla="*/ 105256 h 5095799"/>
                  <a:gd name="connsiteX9" fmla="*/ 4636731 w 5395334"/>
                  <a:gd name="connsiteY9" fmla="*/ 990052 h 5095799"/>
                  <a:gd name="connsiteX10" fmla="*/ 4637035 w 5395334"/>
                  <a:gd name="connsiteY10" fmla="*/ 993958 h 5095799"/>
                  <a:gd name="connsiteX11" fmla="*/ 5366099 w 5395334"/>
                  <a:gd name="connsiteY11" fmla="*/ 2424827 h 5095799"/>
                  <a:gd name="connsiteX12" fmla="*/ 5373320 w 5395334"/>
                  <a:gd name="connsiteY12" fmla="*/ 2450714 h 5095799"/>
                  <a:gd name="connsiteX13" fmla="*/ 5372392 w 5395334"/>
                  <a:gd name="connsiteY13" fmla="*/ 2458289 h 5095799"/>
                  <a:gd name="connsiteX14" fmla="*/ 5379316 w 5395334"/>
                  <a:gd name="connsiteY14" fmla="*/ 2468559 h 5095799"/>
                  <a:gd name="connsiteX15" fmla="*/ 5395334 w 5395334"/>
                  <a:gd name="connsiteY15" fmla="*/ 2547900 h 5095799"/>
                  <a:gd name="connsiteX16" fmla="*/ 5379316 w 5395334"/>
                  <a:gd name="connsiteY16" fmla="*/ 2627240 h 5095799"/>
                  <a:gd name="connsiteX17" fmla="*/ 5363764 w 5395334"/>
                  <a:gd name="connsiteY17" fmla="*/ 2650306 h 5095799"/>
                  <a:gd name="connsiteX18" fmla="*/ 5364107 w 5395334"/>
                  <a:gd name="connsiteY18" fmla="*/ 2653148 h 5095799"/>
                  <a:gd name="connsiteX19" fmla="*/ 5356836 w 5395334"/>
                  <a:gd name="connsiteY19" fmla="*/ 2679021 h 5095799"/>
                  <a:gd name="connsiteX20" fmla="*/ 4189123 w 5395334"/>
                  <a:gd name="connsiteY20" fmla="*/ 4959727 h 5095799"/>
                  <a:gd name="connsiteX21" fmla="*/ 4172383 w 5395334"/>
                  <a:gd name="connsiteY21" fmla="*/ 4980751 h 5095799"/>
                  <a:gd name="connsiteX22" fmla="*/ 4166445 w 5395334"/>
                  <a:gd name="connsiteY22" fmla="*/ 4984029 h 5095799"/>
                  <a:gd name="connsiteX23" fmla="*/ 4143637 w 5395334"/>
                  <a:gd name="connsiteY23" fmla="*/ 5021623 h 5095799"/>
                  <a:gd name="connsiteX24" fmla="*/ 3986349 w 5395334"/>
                  <a:gd name="connsiteY24" fmla="*/ 5095798 h 5095799"/>
                  <a:gd name="connsiteX25" fmla="*/ 3970285 w 5395334"/>
                  <a:gd name="connsiteY25" fmla="*/ 5094179 h 5095799"/>
                  <a:gd name="connsiteX26" fmla="*/ 3940417 w 5395334"/>
                  <a:gd name="connsiteY26" fmla="*/ 5094179 h 5095799"/>
                  <a:gd name="connsiteX27" fmla="*/ 3932392 w 5395334"/>
                  <a:gd name="connsiteY27" fmla="*/ 5095799 h 5095799"/>
                  <a:gd name="connsiteX28" fmla="*/ 1410346 w 5395334"/>
                  <a:gd name="connsiteY28" fmla="*/ 5095799 h 5095799"/>
                  <a:gd name="connsiteX29" fmla="*/ 1409893 w 5395334"/>
                  <a:gd name="connsiteY29" fmla="*/ 5095708 h 5095799"/>
                  <a:gd name="connsiteX30" fmla="*/ 1408985 w 5395334"/>
                  <a:gd name="connsiteY30" fmla="*/ 5095799 h 5095799"/>
                  <a:gd name="connsiteX31" fmla="*/ 1403223 w 5395334"/>
                  <a:gd name="connsiteY31" fmla="*/ 5094928 h 5095799"/>
                  <a:gd name="connsiteX32" fmla="*/ 1394591 w 5395334"/>
                  <a:gd name="connsiteY32" fmla="*/ 5095798 h 5095799"/>
                  <a:gd name="connsiteX33" fmla="*/ 1206778 w 5395334"/>
                  <a:gd name="connsiteY33" fmla="*/ 4971308 h 5095799"/>
                  <a:gd name="connsiteX34" fmla="*/ 1206697 w 5395334"/>
                  <a:gd name="connsiteY34" fmla="*/ 4970904 h 5095799"/>
                  <a:gd name="connsiteX35" fmla="*/ 1195395 w 5395334"/>
                  <a:gd name="connsiteY35" fmla="*/ 4961234 h 5095799"/>
                  <a:gd name="connsiteX36" fmla="*/ 838951 w 5395334"/>
                  <a:gd name="connsiteY36" fmla="*/ 4260131 h 5095799"/>
                  <a:gd name="connsiteX37" fmla="*/ 29235 w 5395334"/>
                  <a:gd name="connsiteY37" fmla="*/ 2670972 h 5095799"/>
                  <a:gd name="connsiteX38" fmla="*/ 22014 w 5395334"/>
                  <a:gd name="connsiteY38" fmla="*/ 2645085 h 5095799"/>
                  <a:gd name="connsiteX39" fmla="*/ 22942 w 5395334"/>
                  <a:gd name="connsiteY39" fmla="*/ 2637511 h 5095799"/>
                  <a:gd name="connsiteX40" fmla="*/ 16019 w 5395334"/>
                  <a:gd name="connsiteY40" fmla="*/ 2627240 h 5095799"/>
                  <a:gd name="connsiteX41" fmla="*/ 0 w 5395334"/>
                  <a:gd name="connsiteY41" fmla="*/ 2547900 h 5095799"/>
                  <a:gd name="connsiteX42" fmla="*/ 16019 w 5395334"/>
                  <a:gd name="connsiteY42" fmla="*/ 2468559 h 5095799"/>
                  <a:gd name="connsiteX43" fmla="*/ 31570 w 5395334"/>
                  <a:gd name="connsiteY43" fmla="*/ 2445493 h 5095799"/>
                  <a:gd name="connsiteX44" fmla="*/ 31227 w 5395334"/>
                  <a:gd name="connsiteY44" fmla="*/ 2442651 h 5095799"/>
                  <a:gd name="connsiteX45" fmla="*/ 38498 w 5395334"/>
                  <a:gd name="connsiteY45" fmla="*/ 2416779 h 5095799"/>
                  <a:gd name="connsiteX46" fmla="*/ 1206211 w 5395334"/>
                  <a:gd name="connsiteY46" fmla="*/ 136072 h 5095799"/>
                  <a:gd name="connsiteX47" fmla="*/ 1222951 w 5395334"/>
                  <a:gd name="connsiteY47" fmla="*/ 115048 h 5095799"/>
                  <a:gd name="connsiteX48" fmla="*/ 1228889 w 5395334"/>
                  <a:gd name="connsiteY48" fmla="*/ 111770 h 5095799"/>
                  <a:gd name="connsiteX49" fmla="*/ 1251698 w 5395334"/>
                  <a:gd name="connsiteY49" fmla="*/ 74176 h 5095799"/>
                  <a:gd name="connsiteX50" fmla="*/ 1408985 w 5395334"/>
                  <a:gd name="connsiteY50" fmla="*/ 1 h 5095799"/>
                  <a:gd name="connsiteX51" fmla="*/ 1425049 w 5395334"/>
                  <a:gd name="connsiteY51" fmla="*/ 1621 h 5095799"/>
                  <a:gd name="connsiteX52" fmla="*/ 1454917 w 5395334"/>
                  <a:gd name="connsiteY52" fmla="*/ 1621 h 50957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</a:cxnLst>
                <a:rect l="l" t="t" r="r" b="b"/>
                <a:pathLst>
                  <a:path w="5395334" h="5095799">
                    <a:moveTo>
                      <a:pt x="1462942" y="0"/>
                    </a:moveTo>
                    <a:lnTo>
                      <a:pt x="3984988" y="0"/>
                    </a:lnTo>
                    <a:lnTo>
                      <a:pt x="3985441" y="92"/>
                    </a:lnTo>
                    <a:lnTo>
                      <a:pt x="3986349" y="0"/>
                    </a:lnTo>
                    <a:lnTo>
                      <a:pt x="3992111" y="871"/>
                    </a:lnTo>
                    <a:lnTo>
                      <a:pt x="4000743" y="1"/>
                    </a:lnTo>
                    <a:cubicBezTo>
                      <a:pt x="4064066" y="1"/>
                      <a:pt x="4120644" y="28876"/>
                      <a:pt x="4158030" y="74177"/>
                    </a:cubicBezTo>
                    <a:lnTo>
                      <a:pt x="4166080" y="87444"/>
                    </a:lnTo>
                    <a:lnTo>
                      <a:pt x="4186897" y="105256"/>
                    </a:lnTo>
                    <a:lnTo>
                      <a:pt x="4636731" y="990052"/>
                    </a:lnTo>
                    <a:lnTo>
                      <a:pt x="4637035" y="993958"/>
                    </a:lnTo>
                    <a:lnTo>
                      <a:pt x="5366099" y="2424827"/>
                    </a:lnTo>
                    <a:cubicBezTo>
                      <a:pt x="5370342" y="2433153"/>
                      <a:pt x="5372696" y="2441945"/>
                      <a:pt x="5373320" y="2450714"/>
                    </a:cubicBezTo>
                    <a:lnTo>
                      <a:pt x="5372392" y="2458289"/>
                    </a:lnTo>
                    <a:lnTo>
                      <a:pt x="5379316" y="2468559"/>
                    </a:lnTo>
                    <a:cubicBezTo>
                      <a:pt x="5389631" y="2492945"/>
                      <a:pt x="5395334" y="2519756"/>
                      <a:pt x="5395334" y="2547900"/>
                    </a:cubicBezTo>
                    <a:cubicBezTo>
                      <a:pt x="5395334" y="2576042"/>
                      <a:pt x="5389631" y="2602854"/>
                      <a:pt x="5379316" y="2627240"/>
                    </a:cubicBezTo>
                    <a:lnTo>
                      <a:pt x="5363764" y="2650306"/>
                    </a:lnTo>
                    <a:lnTo>
                      <a:pt x="5364107" y="2653148"/>
                    </a:lnTo>
                    <a:cubicBezTo>
                      <a:pt x="5363465" y="2661916"/>
                      <a:pt x="5361095" y="2670703"/>
                      <a:pt x="5356836" y="2679021"/>
                    </a:cubicBezTo>
                    <a:lnTo>
                      <a:pt x="4189123" y="4959727"/>
                    </a:lnTo>
                    <a:cubicBezTo>
                      <a:pt x="4184864" y="4968044"/>
                      <a:pt x="4179122" y="4975105"/>
                      <a:pt x="4172383" y="4980751"/>
                    </a:cubicBezTo>
                    <a:lnTo>
                      <a:pt x="4166445" y="4984029"/>
                    </a:lnTo>
                    <a:lnTo>
                      <a:pt x="4143637" y="5021623"/>
                    </a:lnTo>
                    <a:cubicBezTo>
                      <a:pt x="4106251" y="5066924"/>
                      <a:pt x="4049673" y="5095798"/>
                      <a:pt x="3986349" y="5095798"/>
                    </a:cubicBezTo>
                    <a:lnTo>
                      <a:pt x="3970285" y="5094179"/>
                    </a:lnTo>
                    <a:lnTo>
                      <a:pt x="3940417" y="5094179"/>
                    </a:lnTo>
                    <a:lnTo>
                      <a:pt x="3932392" y="5095799"/>
                    </a:lnTo>
                    <a:lnTo>
                      <a:pt x="1410346" y="5095799"/>
                    </a:lnTo>
                    <a:lnTo>
                      <a:pt x="1409893" y="5095708"/>
                    </a:lnTo>
                    <a:lnTo>
                      <a:pt x="1408985" y="5095799"/>
                    </a:lnTo>
                    <a:lnTo>
                      <a:pt x="1403223" y="5094928"/>
                    </a:lnTo>
                    <a:lnTo>
                      <a:pt x="1394591" y="5095798"/>
                    </a:lnTo>
                    <a:cubicBezTo>
                      <a:pt x="1310161" y="5095798"/>
                      <a:pt x="1237720" y="5044466"/>
                      <a:pt x="1206778" y="4971308"/>
                    </a:cubicBezTo>
                    <a:lnTo>
                      <a:pt x="1206697" y="4970904"/>
                    </a:lnTo>
                    <a:lnTo>
                      <a:pt x="1195395" y="4961234"/>
                    </a:lnTo>
                    <a:lnTo>
                      <a:pt x="838951" y="4260131"/>
                    </a:lnTo>
                    <a:lnTo>
                      <a:pt x="29235" y="2670972"/>
                    </a:lnTo>
                    <a:cubicBezTo>
                      <a:pt x="24992" y="2662646"/>
                      <a:pt x="22638" y="2653855"/>
                      <a:pt x="22014" y="2645085"/>
                    </a:cubicBezTo>
                    <a:lnTo>
                      <a:pt x="22942" y="2637511"/>
                    </a:lnTo>
                    <a:lnTo>
                      <a:pt x="16019" y="2627240"/>
                    </a:lnTo>
                    <a:cubicBezTo>
                      <a:pt x="5703" y="2602854"/>
                      <a:pt x="0" y="2576044"/>
                      <a:pt x="0" y="2547900"/>
                    </a:cubicBezTo>
                    <a:cubicBezTo>
                      <a:pt x="0" y="2519757"/>
                      <a:pt x="5703" y="2492945"/>
                      <a:pt x="16019" y="2468559"/>
                    </a:cubicBezTo>
                    <a:lnTo>
                      <a:pt x="31570" y="2445493"/>
                    </a:lnTo>
                    <a:lnTo>
                      <a:pt x="31227" y="2442651"/>
                    </a:lnTo>
                    <a:cubicBezTo>
                      <a:pt x="31869" y="2433883"/>
                      <a:pt x="34240" y="2425097"/>
                      <a:pt x="38498" y="2416779"/>
                    </a:cubicBezTo>
                    <a:lnTo>
                      <a:pt x="1206211" y="136072"/>
                    </a:lnTo>
                    <a:cubicBezTo>
                      <a:pt x="1210470" y="127755"/>
                      <a:pt x="1216212" y="120694"/>
                      <a:pt x="1222951" y="115048"/>
                    </a:cubicBezTo>
                    <a:lnTo>
                      <a:pt x="1228889" y="111770"/>
                    </a:lnTo>
                    <a:lnTo>
                      <a:pt x="1251698" y="74176"/>
                    </a:lnTo>
                    <a:cubicBezTo>
                      <a:pt x="1289084" y="28876"/>
                      <a:pt x="1345662" y="1"/>
                      <a:pt x="1408985" y="1"/>
                    </a:cubicBezTo>
                    <a:lnTo>
                      <a:pt x="1425049" y="1621"/>
                    </a:lnTo>
                    <a:lnTo>
                      <a:pt x="1454917" y="1621"/>
                    </a:lnTo>
                    <a:close/>
                  </a:path>
                </a:pathLst>
              </a:custGeom>
              <a:solidFill>
                <a:srgbClr val="44546B"/>
              </a:solidFill>
              <a:ln>
                <a:noFill/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</p:grp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4968E49-B4DD-486D-8344-654A9D6040C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95921" y="1935281"/>
              <a:ext cx="3474720" cy="3281813"/>
            </a:xfrm>
            <a:custGeom>
              <a:avLst/>
              <a:gdLst>
                <a:gd name="connsiteX0" fmla="*/ 1462942 w 5395334"/>
                <a:gd name="connsiteY0" fmla="*/ 0 h 5095799"/>
                <a:gd name="connsiteX1" fmla="*/ 3984988 w 5395334"/>
                <a:gd name="connsiteY1" fmla="*/ 0 h 5095799"/>
                <a:gd name="connsiteX2" fmla="*/ 3985441 w 5395334"/>
                <a:gd name="connsiteY2" fmla="*/ 92 h 5095799"/>
                <a:gd name="connsiteX3" fmla="*/ 3986349 w 5395334"/>
                <a:gd name="connsiteY3" fmla="*/ 0 h 5095799"/>
                <a:gd name="connsiteX4" fmla="*/ 3992111 w 5395334"/>
                <a:gd name="connsiteY4" fmla="*/ 871 h 5095799"/>
                <a:gd name="connsiteX5" fmla="*/ 4000743 w 5395334"/>
                <a:gd name="connsiteY5" fmla="*/ 1 h 5095799"/>
                <a:gd name="connsiteX6" fmla="*/ 4158030 w 5395334"/>
                <a:gd name="connsiteY6" fmla="*/ 74177 h 5095799"/>
                <a:gd name="connsiteX7" fmla="*/ 4166080 w 5395334"/>
                <a:gd name="connsiteY7" fmla="*/ 87444 h 5095799"/>
                <a:gd name="connsiteX8" fmla="*/ 4186897 w 5395334"/>
                <a:gd name="connsiteY8" fmla="*/ 105256 h 5095799"/>
                <a:gd name="connsiteX9" fmla="*/ 4636731 w 5395334"/>
                <a:gd name="connsiteY9" fmla="*/ 990052 h 5095799"/>
                <a:gd name="connsiteX10" fmla="*/ 4637035 w 5395334"/>
                <a:gd name="connsiteY10" fmla="*/ 993958 h 5095799"/>
                <a:gd name="connsiteX11" fmla="*/ 5366099 w 5395334"/>
                <a:gd name="connsiteY11" fmla="*/ 2424827 h 5095799"/>
                <a:gd name="connsiteX12" fmla="*/ 5373320 w 5395334"/>
                <a:gd name="connsiteY12" fmla="*/ 2450714 h 5095799"/>
                <a:gd name="connsiteX13" fmla="*/ 5372392 w 5395334"/>
                <a:gd name="connsiteY13" fmla="*/ 2458289 h 5095799"/>
                <a:gd name="connsiteX14" fmla="*/ 5379316 w 5395334"/>
                <a:gd name="connsiteY14" fmla="*/ 2468559 h 5095799"/>
                <a:gd name="connsiteX15" fmla="*/ 5395334 w 5395334"/>
                <a:gd name="connsiteY15" fmla="*/ 2547900 h 5095799"/>
                <a:gd name="connsiteX16" fmla="*/ 5379316 w 5395334"/>
                <a:gd name="connsiteY16" fmla="*/ 2627240 h 5095799"/>
                <a:gd name="connsiteX17" fmla="*/ 5363764 w 5395334"/>
                <a:gd name="connsiteY17" fmla="*/ 2650306 h 5095799"/>
                <a:gd name="connsiteX18" fmla="*/ 5364107 w 5395334"/>
                <a:gd name="connsiteY18" fmla="*/ 2653148 h 5095799"/>
                <a:gd name="connsiteX19" fmla="*/ 5356836 w 5395334"/>
                <a:gd name="connsiteY19" fmla="*/ 2679021 h 5095799"/>
                <a:gd name="connsiteX20" fmla="*/ 4189123 w 5395334"/>
                <a:gd name="connsiteY20" fmla="*/ 4959727 h 5095799"/>
                <a:gd name="connsiteX21" fmla="*/ 4172383 w 5395334"/>
                <a:gd name="connsiteY21" fmla="*/ 4980751 h 5095799"/>
                <a:gd name="connsiteX22" fmla="*/ 4166445 w 5395334"/>
                <a:gd name="connsiteY22" fmla="*/ 4984029 h 5095799"/>
                <a:gd name="connsiteX23" fmla="*/ 4143637 w 5395334"/>
                <a:gd name="connsiteY23" fmla="*/ 5021623 h 5095799"/>
                <a:gd name="connsiteX24" fmla="*/ 3986349 w 5395334"/>
                <a:gd name="connsiteY24" fmla="*/ 5095798 h 5095799"/>
                <a:gd name="connsiteX25" fmla="*/ 3970285 w 5395334"/>
                <a:gd name="connsiteY25" fmla="*/ 5094179 h 5095799"/>
                <a:gd name="connsiteX26" fmla="*/ 3940417 w 5395334"/>
                <a:gd name="connsiteY26" fmla="*/ 5094179 h 5095799"/>
                <a:gd name="connsiteX27" fmla="*/ 3932392 w 5395334"/>
                <a:gd name="connsiteY27" fmla="*/ 5095799 h 5095799"/>
                <a:gd name="connsiteX28" fmla="*/ 1410346 w 5395334"/>
                <a:gd name="connsiteY28" fmla="*/ 5095799 h 5095799"/>
                <a:gd name="connsiteX29" fmla="*/ 1409893 w 5395334"/>
                <a:gd name="connsiteY29" fmla="*/ 5095708 h 5095799"/>
                <a:gd name="connsiteX30" fmla="*/ 1408985 w 5395334"/>
                <a:gd name="connsiteY30" fmla="*/ 5095799 h 5095799"/>
                <a:gd name="connsiteX31" fmla="*/ 1403223 w 5395334"/>
                <a:gd name="connsiteY31" fmla="*/ 5094928 h 5095799"/>
                <a:gd name="connsiteX32" fmla="*/ 1394591 w 5395334"/>
                <a:gd name="connsiteY32" fmla="*/ 5095798 h 5095799"/>
                <a:gd name="connsiteX33" fmla="*/ 1206778 w 5395334"/>
                <a:gd name="connsiteY33" fmla="*/ 4971308 h 5095799"/>
                <a:gd name="connsiteX34" fmla="*/ 1206697 w 5395334"/>
                <a:gd name="connsiteY34" fmla="*/ 4970904 h 5095799"/>
                <a:gd name="connsiteX35" fmla="*/ 1195395 w 5395334"/>
                <a:gd name="connsiteY35" fmla="*/ 4961234 h 5095799"/>
                <a:gd name="connsiteX36" fmla="*/ 838951 w 5395334"/>
                <a:gd name="connsiteY36" fmla="*/ 4260131 h 5095799"/>
                <a:gd name="connsiteX37" fmla="*/ 29235 w 5395334"/>
                <a:gd name="connsiteY37" fmla="*/ 2670972 h 5095799"/>
                <a:gd name="connsiteX38" fmla="*/ 22014 w 5395334"/>
                <a:gd name="connsiteY38" fmla="*/ 2645085 h 5095799"/>
                <a:gd name="connsiteX39" fmla="*/ 22942 w 5395334"/>
                <a:gd name="connsiteY39" fmla="*/ 2637511 h 5095799"/>
                <a:gd name="connsiteX40" fmla="*/ 16019 w 5395334"/>
                <a:gd name="connsiteY40" fmla="*/ 2627240 h 5095799"/>
                <a:gd name="connsiteX41" fmla="*/ 0 w 5395334"/>
                <a:gd name="connsiteY41" fmla="*/ 2547900 h 5095799"/>
                <a:gd name="connsiteX42" fmla="*/ 16019 w 5395334"/>
                <a:gd name="connsiteY42" fmla="*/ 2468559 h 5095799"/>
                <a:gd name="connsiteX43" fmla="*/ 31570 w 5395334"/>
                <a:gd name="connsiteY43" fmla="*/ 2445493 h 5095799"/>
                <a:gd name="connsiteX44" fmla="*/ 31227 w 5395334"/>
                <a:gd name="connsiteY44" fmla="*/ 2442651 h 5095799"/>
                <a:gd name="connsiteX45" fmla="*/ 38498 w 5395334"/>
                <a:gd name="connsiteY45" fmla="*/ 2416779 h 5095799"/>
                <a:gd name="connsiteX46" fmla="*/ 1206211 w 5395334"/>
                <a:gd name="connsiteY46" fmla="*/ 136072 h 5095799"/>
                <a:gd name="connsiteX47" fmla="*/ 1222951 w 5395334"/>
                <a:gd name="connsiteY47" fmla="*/ 115048 h 5095799"/>
                <a:gd name="connsiteX48" fmla="*/ 1228889 w 5395334"/>
                <a:gd name="connsiteY48" fmla="*/ 111770 h 5095799"/>
                <a:gd name="connsiteX49" fmla="*/ 1251698 w 5395334"/>
                <a:gd name="connsiteY49" fmla="*/ 74176 h 5095799"/>
                <a:gd name="connsiteX50" fmla="*/ 1408985 w 5395334"/>
                <a:gd name="connsiteY50" fmla="*/ 1 h 5095799"/>
                <a:gd name="connsiteX51" fmla="*/ 1425049 w 5395334"/>
                <a:gd name="connsiteY51" fmla="*/ 1621 h 5095799"/>
                <a:gd name="connsiteX52" fmla="*/ 1454917 w 5395334"/>
                <a:gd name="connsiteY52" fmla="*/ 1621 h 50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395334" h="5095799">
                  <a:moveTo>
                    <a:pt x="1462942" y="0"/>
                  </a:moveTo>
                  <a:lnTo>
                    <a:pt x="3984988" y="0"/>
                  </a:lnTo>
                  <a:lnTo>
                    <a:pt x="3985441" y="92"/>
                  </a:lnTo>
                  <a:lnTo>
                    <a:pt x="3986349" y="0"/>
                  </a:lnTo>
                  <a:lnTo>
                    <a:pt x="3992111" y="871"/>
                  </a:lnTo>
                  <a:lnTo>
                    <a:pt x="4000743" y="1"/>
                  </a:lnTo>
                  <a:cubicBezTo>
                    <a:pt x="4064066" y="1"/>
                    <a:pt x="4120644" y="28876"/>
                    <a:pt x="4158030" y="74177"/>
                  </a:cubicBezTo>
                  <a:lnTo>
                    <a:pt x="4166080" y="87444"/>
                  </a:lnTo>
                  <a:lnTo>
                    <a:pt x="4186897" y="105256"/>
                  </a:lnTo>
                  <a:lnTo>
                    <a:pt x="4636731" y="990052"/>
                  </a:lnTo>
                  <a:lnTo>
                    <a:pt x="4637035" y="993958"/>
                  </a:lnTo>
                  <a:lnTo>
                    <a:pt x="5366099" y="2424827"/>
                  </a:lnTo>
                  <a:cubicBezTo>
                    <a:pt x="5370342" y="2433153"/>
                    <a:pt x="5372696" y="2441945"/>
                    <a:pt x="5373320" y="2450714"/>
                  </a:cubicBezTo>
                  <a:lnTo>
                    <a:pt x="5372392" y="2458289"/>
                  </a:lnTo>
                  <a:lnTo>
                    <a:pt x="5379316" y="2468559"/>
                  </a:lnTo>
                  <a:cubicBezTo>
                    <a:pt x="5389631" y="2492945"/>
                    <a:pt x="5395334" y="2519756"/>
                    <a:pt x="5395334" y="2547900"/>
                  </a:cubicBezTo>
                  <a:cubicBezTo>
                    <a:pt x="5395334" y="2576042"/>
                    <a:pt x="5389631" y="2602854"/>
                    <a:pt x="5379316" y="2627240"/>
                  </a:cubicBezTo>
                  <a:lnTo>
                    <a:pt x="5363764" y="2650306"/>
                  </a:lnTo>
                  <a:lnTo>
                    <a:pt x="5364107" y="2653148"/>
                  </a:lnTo>
                  <a:cubicBezTo>
                    <a:pt x="5363465" y="2661916"/>
                    <a:pt x="5361095" y="2670703"/>
                    <a:pt x="5356836" y="2679021"/>
                  </a:cubicBezTo>
                  <a:lnTo>
                    <a:pt x="4189123" y="4959727"/>
                  </a:lnTo>
                  <a:cubicBezTo>
                    <a:pt x="4184864" y="4968044"/>
                    <a:pt x="4179122" y="4975105"/>
                    <a:pt x="4172383" y="4980751"/>
                  </a:cubicBezTo>
                  <a:lnTo>
                    <a:pt x="4166445" y="4984029"/>
                  </a:lnTo>
                  <a:lnTo>
                    <a:pt x="4143637" y="5021623"/>
                  </a:lnTo>
                  <a:cubicBezTo>
                    <a:pt x="4106251" y="5066924"/>
                    <a:pt x="4049673" y="5095798"/>
                    <a:pt x="3986349" y="5095798"/>
                  </a:cubicBezTo>
                  <a:lnTo>
                    <a:pt x="3970285" y="5094179"/>
                  </a:lnTo>
                  <a:lnTo>
                    <a:pt x="3940417" y="5094179"/>
                  </a:lnTo>
                  <a:lnTo>
                    <a:pt x="3932392" y="5095799"/>
                  </a:lnTo>
                  <a:lnTo>
                    <a:pt x="1410346" y="5095799"/>
                  </a:lnTo>
                  <a:lnTo>
                    <a:pt x="1409893" y="5095708"/>
                  </a:lnTo>
                  <a:lnTo>
                    <a:pt x="1408985" y="5095799"/>
                  </a:lnTo>
                  <a:lnTo>
                    <a:pt x="1403223" y="5094928"/>
                  </a:lnTo>
                  <a:lnTo>
                    <a:pt x="1394591" y="5095798"/>
                  </a:lnTo>
                  <a:cubicBezTo>
                    <a:pt x="1310161" y="5095798"/>
                    <a:pt x="1237720" y="5044466"/>
                    <a:pt x="1206778" y="4971308"/>
                  </a:cubicBezTo>
                  <a:lnTo>
                    <a:pt x="1206697" y="4970904"/>
                  </a:lnTo>
                  <a:lnTo>
                    <a:pt x="1195395" y="4961234"/>
                  </a:lnTo>
                  <a:lnTo>
                    <a:pt x="838951" y="4260131"/>
                  </a:lnTo>
                  <a:lnTo>
                    <a:pt x="29235" y="2670972"/>
                  </a:lnTo>
                  <a:cubicBezTo>
                    <a:pt x="24992" y="2662646"/>
                    <a:pt x="22638" y="2653855"/>
                    <a:pt x="22014" y="2645085"/>
                  </a:cubicBezTo>
                  <a:lnTo>
                    <a:pt x="22942" y="2637511"/>
                  </a:lnTo>
                  <a:lnTo>
                    <a:pt x="16019" y="2627240"/>
                  </a:lnTo>
                  <a:cubicBezTo>
                    <a:pt x="5703" y="2602854"/>
                    <a:pt x="0" y="2576044"/>
                    <a:pt x="0" y="2547900"/>
                  </a:cubicBezTo>
                  <a:cubicBezTo>
                    <a:pt x="0" y="2519757"/>
                    <a:pt x="5703" y="2492945"/>
                    <a:pt x="16019" y="2468559"/>
                  </a:cubicBezTo>
                  <a:lnTo>
                    <a:pt x="31570" y="2445493"/>
                  </a:lnTo>
                  <a:lnTo>
                    <a:pt x="31227" y="2442651"/>
                  </a:lnTo>
                  <a:cubicBezTo>
                    <a:pt x="31869" y="2433883"/>
                    <a:pt x="34240" y="2425097"/>
                    <a:pt x="38498" y="2416779"/>
                  </a:cubicBezTo>
                  <a:lnTo>
                    <a:pt x="1206211" y="136072"/>
                  </a:lnTo>
                  <a:cubicBezTo>
                    <a:pt x="1210470" y="127755"/>
                    <a:pt x="1216212" y="120694"/>
                    <a:pt x="1222951" y="115048"/>
                  </a:cubicBezTo>
                  <a:lnTo>
                    <a:pt x="1228889" y="111770"/>
                  </a:lnTo>
                  <a:lnTo>
                    <a:pt x="1251698" y="74176"/>
                  </a:lnTo>
                  <a:cubicBezTo>
                    <a:pt x="1289084" y="28876"/>
                    <a:pt x="1345662" y="1"/>
                    <a:pt x="1408985" y="1"/>
                  </a:cubicBezTo>
                  <a:lnTo>
                    <a:pt x="1425049" y="1621"/>
                  </a:lnTo>
                  <a:lnTo>
                    <a:pt x="1454917" y="1621"/>
                  </a:lnTo>
                  <a:close/>
                </a:path>
              </a:pathLst>
            </a:custGeom>
            <a:solidFill>
              <a:schemeClr val="tx1">
                <a:alpha val="50000"/>
              </a:schemeClr>
            </a:solidFill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D047763-4018-4EA7-866F-FFC6374A0421}"/>
              </a:ext>
            </a:extLst>
          </p:cNvPr>
          <p:cNvGrpSpPr>
            <a:grpSpLocks noChangeAspect="1"/>
          </p:cNvGrpSpPr>
          <p:nvPr/>
        </p:nvGrpSpPr>
        <p:grpSpPr>
          <a:xfrm>
            <a:off x="9559907" y="2349730"/>
            <a:ext cx="2311850" cy="2183503"/>
            <a:chOff x="335615" y="1028218"/>
            <a:chExt cx="5395334" cy="5095799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13EE229-79C6-4569-82EA-2E52F827DD1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35615" y="1028218"/>
              <a:ext cx="5395334" cy="5095799"/>
              <a:chOff x="6330862" y="503694"/>
              <a:chExt cx="5395334" cy="5095799"/>
            </a:xfrm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EBCCA20-EDE4-43C2-83E1-2BA13533187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330862" y="503694"/>
                <a:ext cx="5395334" cy="5095799"/>
              </a:xfrm>
              <a:custGeom>
                <a:avLst/>
                <a:gdLst>
                  <a:gd name="connsiteX0" fmla="*/ 1462942 w 5395334"/>
                  <a:gd name="connsiteY0" fmla="*/ 0 h 5095799"/>
                  <a:gd name="connsiteX1" fmla="*/ 3984988 w 5395334"/>
                  <a:gd name="connsiteY1" fmla="*/ 0 h 5095799"/>
                  <a:gd name="connsiteX2" fmla="*/ 3985441 w 5395334"/>
                  <a:gd name="connsiteY2" fmla="*/ 92 h 5095799"/>
                  <a:gd name="connsiteX3" fmla="*/ 3986349 w 5395334"/>
                  <a:gd name="connsiteY3" fmla="*/ 0 h 5095799"/>
                  <a:gd name="connsiteX4" fmla="*/ 3992111 w 5395334"/>
                  <a:gd name="connsiteY4" fmla="*/ 871 h 5095799"/>
                  <a:gd name="connsiteX5" fmla="*/ 4000743 w 5395334"/>
                  <a:gd name="connsiteY5" fmla="*/ 1 h 5095799"/>
                  <a:gd name="connsiteX6" fmla="*/ 4158030 w 5395334"/>
                  <a:gd name="connsiteY6" fmla="*/ 74177 h 5095799"/>
                  <a:gd name="connsiteX7" fmla="*/ 4166080 w 5395334"/>
                  <a:gd name="connsiteY7" fmla="*/ 87444 h 5095799"/>
                  <a:gd name="connsiteX8" fmla="*/ 4186897 w 5395334"/>
                  <a:gd name="connsiteY8" fmla="*/ 105256 h 5095799"/>
                  <a:gd name="connsiteX9" fmla="*/ 4636731 w 5395334"/>
                  <a:gd name="connsiteY9" fmla="*/ 990052 h 5095799"/>
                  <a:gd name="connsiteX10" fmla="*/ 4637035 w 5395334"/>
                  <a:gd name="connsiteY10" fmla="*/ 993958 h 5095799"/>
                  <a:gd name="connsiteX11" fmla="*/ 5366099 w 5395334"/>
                  <a:gd name="connsiteY11" fmla="*/ 2424827 h 5095799"/>
                  <a:gd name="connsiteX12" fmla="*/ 5373320 w 5395334"/>
                  <a:gd name="connsiteY12" fmla="*/ 2450714 h 5095799"/>
                  <a:gd name="connsiteX13" fmla="*/ 5372392 w 5395334"/>
                  <a:gd name="connsiteY13" fmla="*/ 2458289 h 5095799"/>
                  <a:gd name="connsiteX14" fmla="*/ 5379316 w 5395334"/>
                  <a:gd name="connsiteY14" fmla="*/ 2468559 h 5095799"/>
                  <a:gd name="connsiteX15" fmla="*/ 5395334 w 5395334"/>
                  <a:gd name="connsiteY15" fmla="*/ 2547900 h 5095799"/>
                  <a:gd name="connsiteX16" fmla="*/ 5379316 w 5395334"/>
                  <a:gd name="connsiteY16" fmla="*/ 2627240 h 5095799"/>
                  <a:gd name="connsiteX17" fmla="*/ 5363764 w 5395334"/>
                  <a:gd name="connsiteY17" fmla="*/ 2650306 h 5095799"/>
                  <a:gd name="connsiteX18" fmla="*/ 5364107 w 5395334"/>
                  <a:gd name="connsiteY18" fmla="*/ 2653148 h 5095799"/>
                  <a:gd name="connsiteX19" fmla="*/ 5356836 w 5395334"/>
                  <a:gd name="connsiteY19" fmla="*/ 2679021 h 5095799"/>
                  <a:gd name="connsiteX20" fmla="*/ 4189123 w 5395334"/>
                  <a:gd name="connsiteY20" fmla="*/ 4959727 h 5095799"/>
                  <a:gd name="connsiteX21" fmla="*/ 4172383 w 5395334"/>
                  <a:gd name="connsiteY21" fmla="*/ 4980751 h 5095799"/>
                  <a:gd name="connsiteX22" fmla="*/ 4166445 w 5395334"/>
                  <a:gd name="connsiteY22" fmla="*/ 4984029 h 5095799"/>
                  <a:gd name="connsiteX23" fmla="*/ 4143637 w 5395334"/>
                  <a:gd name="connsiteY23" fmla="*/ 5021623 h 5095799"/>
                  <a:gd name="connsiteX24" fmla="*/ 3986349 w 5395334"/>
                  <a:gd name="connsiteY24" fmla="*/ 5095798 h 5095799"/>
                  <a:gd name="connsiteX25" fmla="*/ 3970285 w 5395334"/>
                  <a:gd name="connsiteY25" fmla="*/ 5094179 h 5095799"/>
                  <a:gd name="connsiteX26" fmla="*/ 3940417 w 5395334"/>
                  <a:gd name="connsiteY26" fmla="*/ 5094179 h 5095799"/>
                  <a:gd name="connsiteX27" fmla="*/ 3932392 w 5395334"/>
                  <a:gd name="connsiteY27" fmla="*/ 5095799 h 5095799"/>
                  <a:gd name="connsiteX28" fmla="*/ 1410346 w 5395334"/>
                  <a:gd name="connsiteY28" fmla="*/ 5095799 h 5095799"/>
                  <a:gd name="connsiteX29" fmla="*/ 1409893 w 5395334"/>
                  <a:gd name="connsiteY29" fmla="*/ 5095708 h 5095799"/>
                  <a:gd name="connsiteX30" fmla="*/ 1408985 w 5395334"/>
                  <a:gd name="connsiteY30" fmla="*/ 5095799 h 5095799"/>
                  <a:gd name="connsiteX31" fmla="*/ 1403223 w 5395334"/>
                  <a:gd name="connsiteY31" fmla="*/ 5094928 h 5095799"/>
                  <a:gd name="connsiteX32" fmla="*/ 1394591 w 5395334"/>
                  <a:gd name="connsiteY32" fmla="*/ 5095798 h 5095799"/>
                  <a:gd name="connsiteX33" fmla="*/ 1206778 w 5395334"/>
                  <a:gd name="connsiteY33" fmla="*/ 4971308 h 5095799"/>
                  <a:gd name="connsiteX34" fmla="*/ 1206697 w 5395334"/>
                  <a:gd name="connsiteY34" fmla="*/ 4970904 h 5095799"/>
                  <a:gd name="connsiteX35" fmla="*/ 1195395 w 5395334"/>
                  <a:gd name="connsiteY35" fmla="*/ 4961234 h 5095799"/>
                  <a:gd name="connsiteX36" fmla="*/ 838951 w 5395334"/>
                  <a:gd name="connsiteY36" fmla="*/ 4260131 h 5095799"/>
                  <a:gd name="connsiteX37" fmla="*/ 29235 w 5395334"/>
                  <a:gd name="connsiteY37" fmla="*/ 2670972 h 5095799"/>
                  <a:gd name="connsiteX38" fmla="*/ 22014 w 5395334"/>
                  <a:gd name="connsiteY38" fmla="*/ 2645085 h 5095799"/>
                  <a:gd name="connsiteX39" fmla="*/ 22942 w 5395334"/>
                  <a:gd name="connsiteY39" fmla="*/ 2637511 h 5095799"/>
                  <a:gd name="connsiteX40" fmla="*/ 16019 w 5395334"/>
                  <a:gd name="connsiteY40" fmla="*/ 2627240 h 5095799"/>
                  <a:gd name="connsiteX41" fmla="*/ 0 w 5395334"/>
                  <a:gd name="connsiteY41" fmla="*/ 2547900 h 5095799"/>
                  <a:gd name="connsiteX42" fmla="*/ 16019 w 5395334"/>
                  <a:gd name="connsiteY42" fmla="*/ 2468559 h 5095799"/>
                  <a:gd name="connsiteX43" fmla="*/ 31570 w 5395334"/>
                  <a:gd name="connsiteY43" fmla="*/ 2445493 h 5095799"/>
                  <a:gd name="connsiteX44" fmla="*/ 31227 w 5395334"/>
                  <a:gd name="connsiteY44" fmla="*/ 2442651 h 5095799"/>
                  <a:gd name="connsiteX45" fmla="*/ 38498 w 5395334"/>
                  <a:gd name="connsiteY45" fmla="*/ 2416779 h 5095799"/>
                  <a:gd name="connsiteX46" fmla="*/ 1206211 w 5395334"/>
                  <a:gd name="connsiteY46" fmla="*/ 136072 h 5095799"/>
                  <a:gd name="connsiteX47" fmla="*/ 1222951 w 5395334"/>
                  <a:gd name="connsiteY47" fmla="*/ 115048 h 5095799"/>
                  <a:gd name="connsiteX48" fmla="*/ 1228889 w 5395334"/>
                  <a:gd name="connsiteY48" fmla="*/ 111770 h 5095799"/>
                  <a:gd name="connsiteX49" fmla="*/ 1251698 w 5395334"/>
                  <a:gd name="connsiteY49" fmla="*/ 74176 h 5095799"/>
                  <a:gd name="connsiteX50" fmla="*/ 1408985 w 5395334"/>
                  <a:gd name="connsiteY50" fmla="*/ 1 h 5095799"/>
                  <a:gd name="connsiteX51" fmla="*/ 1425049 w 5395334"/>
                  <a:gd name="connsiteY51" fmla="*/ 1621 h 5095799"/>
                  <a:gd name="connsiteX52" fmla="*/ 1454917 w 5395334"/>
                  <a:gd name="connsiteY52" fmla="*/ 1621 h 50957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</a:cxnLst>
                <a:rect l="l" t="t" r="r" b="b"/>
                <a:pathLst>
                  <a:path w="5395334" h="5095799">
                    <a:moveTo>
                      <a:pt x="1462942" y="0"/>
                    </a:moveTo>
                    <a:lnTo>
                      <a:pt x="3984988" y="0"/>
                    </a:lnTo>
                    <a:lnTo>
                      <a:pt x="3985441" y="92"/>
                    </a:lnTo>
                    <a:lnTo>
                      <a:pt x="3986349" y="0"/>
                    </a:lnTo>
                    <a:lnTo>
                      <a:pt x="3992111" y="871"/>
                    </a:lnTo>
                    <a:lnTo>
                      <a:pt x="4000743" y="1"/>
                    </a:lnTo>
                    <a:cubicBezTo>
                      <a:pt x="4064066" y="1"/>
                      <a:pt x="4120644" y="28876"/>
                      <a:pt x="4158030" y="74177"/>
                    </a:cubicBezTo>
                    <a:lnTo>
                      <a:pt x="4166080" y="87444"/>
                    </a:lnTo>
                    <a:lnTo>
                      <a:pt x="4186897" y="105256"/>
                    </a:lnTo>
                    <a:lnTo>
                      <a:pt x="4636731" y="990052"/>
                    </a:lnTo>
                    <a:lnTo>
                      <a:pt x="4637035" y="993958"/>
                    </a:lnTo>
                    <a:lnTo>
                      <a:pt x="5366099" y="2424827"/>
                    </a:lnTo>
                    <a:cubicBezTo>
                      <a:pt x="5370342" y="2433153"/>
                      <a:pt x="5372696" y="2441945"/>
                      <a:pt x="5373320" y="2450714"/>
                    </a:cubicBezTo>
                    <a:lnTo>
                      <a:pt x="5372392" y="2458289"/>
                    </a:lnTo>
                    <a:lnTo>
                      <a:pt x="5379316" y="2468559"/>
                    </a:lnTo>
                    <a:cubicBezTo>
                      <a:pt x="5389631" y="2492945"/>
                      <a:pt x="5395334" y="2519756"/>
                      <a:pt x="5395334" y="2547900"/>
                    </a:cubicBezTo>
                    <a:cubicBezTo>
                      <a:pt x="5395334" y="2576042"/>
                      <a:pt x="5389631" y="2602854"/>
                      <a:pt x="5379316" y="2627240"/>
                    </a:cubicBezTo>
                    <a:lnTo>
                      <a:pt x="5363764" y="2650306"/>
                    </a:lnTo>
                    <a:lnTo>
                      <a:pt x="5364107" y="2653148"/>
                    </a:lnTo>
                    <a:cubicBezTo>
                      <a:pt x="5363465" y="2661916"/>
                      <a:pt x="5361095" y="2670703"/>
                      <a:pt x="5356836" y="2679021"/>
                    </a:cubicBezTo>
                    <a:lnTo>
                      <a:pt x="4189123" y="4959727"/>
                    </a:lnTo>
                    <a:cubicBezTo>
                      <a:pt x="4184864" y="4968044"/>
                      <a:pt x="4179122" y="4975105"/>
                      <a:pt x="4172383" y="4980751"/>
                    </a:cubicBezTo>
                    <a:lnTo>
                      <a:pt x="4166445" y="4984029"/>
                    </a:lnTo>
                    <a:lnTo>
                      <a:pt x="4143637" y="5021623"/>
                    </a:lnTo>
                    <a:cubicBezTo>
                      <a:pt x="4106251" y="5066924"/>
                      <a:pt x="4049673" y="5095798"/>
                      <a:pt x="3986349" y="5095798"/>
                    </a:cubicBezTo>
                    <a:lnTo>
                      <a:pt x="3970285" y="5094179"/>
                    </a:lnTo>
                    <a:lnTo>
                      <a:pt x="3940417" y="5094179"/>
                    </a:lnTo>
                    <a:lnTo>
                      <a:pt x="3932392" y="5095799"/>
                    </a:lnTo>
                    <a:lnTo>
                      <a:pt x="1410346" y="5095799"/>
                    </a:lnTo>
                    <a:lnTo>
                      <a:pt x="1409893" y="5095708"/>
                    </a:lnTo>
                    <a:lnTo>
                      <a:pt x="1408985" y="5095799"/>
                    </a:lnTo>
                    <a:lnTo>
                      <a:pt x="1403223" y="5094928"/>
                    </a:lnTo>
                    <a:lnTo>
                      <a:pt x="1394591" y="5095798"/>
                    </a:lnTo>
                    <a:cubicBezTo>
                      <a:pt x="1310161" y="5095798"/>
                      <a:pt x="1237720" y="5044466"/>
                      <a:pt x="1206778" y="4971308"/>
                    </a:cubicBezTo>
                    <a:lnTo>
                      <a:pt x="1206697" y="4970904"/>
                    </a:lnTo>
                    <a:lnTo>
                      <a:pt x="1195395" y="4961234"/>
                    </a:lnTo>
                    <a:lnTo>
                      <a:pt x="838951" y="4260131"/>
                    </a:lnTo>
                    <a:lnTo>
                      <a:pt x="29235" y="2670972"/>
                    </a:lnTo>
                    <a:cubicBezTo>
                      <a:pt x="24992" y="2662646"/>
                      <a:pt x="22638" y="2653855"/>
                      <a:pt x="22014" y="2645085"/>
                    </a:cubicBezTo>
                    <a:lnTo>
                      <a:pt x="22942" y="2637511"/>
                    </a:lnTo>
                    <a:lnTo>
                      <a:pt x="16019" y="2627240"/>
                    </a:lnTo>
                    <a:cubicBezTo>
                      <a:pt x="5703" y="2602854"/>
                      <a:pt x="0" y="2576044"/>
                      <a:pt x="0" y="2547900"/>
                    </a:cubicBezTo>
                    <a:cubicBezTo>
                      <a:pt x="0" y="2519757"/>
                      <a:pt x="5703" y="2492945"/>
                      <a:pt x="16019" y="2468559"/>
                    </a:cubicBezTo>
                    <a:lnTo>
                      <a:pt x="31570" y="2445493"/>
                    </a:lnTo>
                    <a:lnTo>
                      <a:pt x="31227" y="2442651"/>
                    </a:lnTo>
                    <a:cubicBezTo>
                      <a:pt x="31869" y="2433883"/>
                      <a:pt x="34240" y="2425097"/>
                      <a:pt x="38498" y="2416779"/>
                    </a:cubicBezTo>
                    <a:lnTo>
                      <a:pt x="1206211" y="136072"/>
                    </a:lnTo>
                    <a:cubicBezTo>
                      <a:pt x="1210470" y="127755"/>
                      <a:pt x="1216212" y="120694"/>
                      <a:pt x="1222951" y="115048"/>
                    </a:cubicBezTo>
                    <a:lnTo>
                      <a:pt x="1228889" y="111770"/>
                    </a:lnTo>
                    <a:lnTo>
                      <a:pt x="1251698" y="74176"/>
                    </a:lnTo>
                    <a:cubicBezTo>
                      <a:pt x="1289084" y="28876"/>
                      <a:pt x="1345662" y="1"/>
                      <a:pt x="1408985" y="1"/>
                    </a:cubicBezTo>
                    <a:lnTo>
                      <a:pt x="1425049" y="1621"/>
                    </a:lnTo>
                    <a:lnTo>
                      <a:pt x="1454917" y="162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EB46C9F3-8AC3-450A-A967-4D6943DE219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801786" y="948473"/>
                <a:ext cx="4453485" cy="4206240"/>
              </a:xfrm>
              <a:custGeom>
                <a:avLst/>
                <a:gdLst>
                  <a:gd name="connsiteX0" fmla="*/ 1462942 w 5395334"/>
                  <a:gd name="connsiteY0" fmla="*/ 0 h 5095799"/>
                  <a:gd name="connsiteX1" fmla="*/ 3984988 w 5395334"/>
                  <a:gd name="connsiteY1" fmla="*/ 0 h 5095799"/>
                  <a:gd name="connsiteX2" fmla="*/ 3985441 w 5395334"/>
                  <a:gd name="connsiteY2" fmla="*/ 92 h 5095799"/>
                  <a:gd name="connsiteX3" fmla="*/ 3986349 w 5395334"/>
                  <a:gd name="connsiteY3" fmla="*/ 0 h 5095799"/>
                  <a:gd name="connsiteX4" fmla="*/ 3992111 w 5395334"/>
                  <a:gd name="connsiteY4" fmla="*/ 871 h 5095799"/>
                  <a:gd name="connsiteX5" fmla="*/ 4000743 w 5395334"/>
                  <a:gd name="connsiteY5" fmla="*/ 1 h 5095799"/>
                  <a:gd name="connsiteX6" fmla="*/ 4158030 w 5395334"/>
                  <a:gd name="connsiteY6" fmla="*/ 74177 h 5095799"/>
                  <a:gd name="connsiteX7" fmla="*/ 4166080 w 5395334"/>
                  <a:gd name="connsiteY7" fmla="*/ 87444 h 5095799"/>
                  <a:gd name="connsiteX8" fmla="*/ 4186897 w 5395334"/>
                  <a:gd name="connsiteY8" fmla="*/ 105256 h 5095799"/>
                  <a:gd name="connsiteX9" fmla="*/ 4636731 w 5395334"/>
                  <a:gd name="connsiteY9" fmla="*/ 990052 h 5095799"/>
                  <a:gd name="connsiteX10" fmla="*/ 4637035 w 5395334"/>
                  <a:gd name="connsiteY10" fmla="*/ 993958 h 5095799"/>
                  <a:gd name="connsiteX11" fmla="*/ 5366099 w 5395334"/>
                  <a:gd name="connsiteY11" fmla="*/ 2424827 h 5095799"/>
                  <a:gd name="connsiteX12" fmla="*/ 5373320 w 5395334"/>
                  <a:gd name="connsiteY12" fmla="*/ 2450714 h 5095799"/>
                  <a:gd name="connsiteX13" fmla="*/ 5372392 w 5395334"/>
                  <a:gd name="connsiteY13" fmla="*/ 2458289 h 5095799"/>
                  <a:gd name="connsiteX14" fmla="*/ 5379316 w 5395334"/>
                  <a:gd name="connsiteY14" fmla="*/ 2468559 h 5095799"/>
                  <a:gd name="connsiteX15" fmla="*/ 5395334 w 5395334"/>
                  <a:gd name="connsiteY15" fmla="*/ 2547900 h 5095799"/>
                  <a:gd name="connsiteX16" fmla="*/ 5379316 w 5395334"/>
                  <a:gd name="connsiteY16" fmla="*/ 2627240 h 5095799"/>
                  <a:gd name="connsiteX17" fmla="*/ 5363764 w 5395334"/>
                  <a:gd name="connsiteY17" fmla="*/ 2650306 h 5095799"/>
                  <a:gd name="connsiteX18" fmla="*/ 5364107 w 5395334"/>
                  <a:gd name="connsiteY18" fmla="*/ 2653148 h 5095799"/>
                  <a:gd name="connsiteX19" fmla="*/ 5356836 w 5395334"/>
                  <a:gd name="connsiteY19" fmla="*/ 2679021 h 5095799"/>
                  <a:gd name="connsiteX20" fmla="*/ 4189123 w 5395334"/>
                  <a:gd name="connsiteY20" fmla="*/ 4959727 h 5095799"/>
                  <a:gd name="connsiteX21" fmla="*/ 4172383 w 5395334"/>
                  <a:gd name="connsiteY21" fmla="*/ 4980751 h 5095799"/>
                  <a:gd name="connsiteX22" fmla="*/ 4166445 w 5395334"/>
                  <a:gd name="connsiteY22" fmla="*/ 4984029 h 5095799"/>
                  <a:gd name="connsiteX23" fmla="*/ 4143637 w 5395334"/>
                  <a:gd name="connsiteY23" fmla="*/ 5021623 h 5095799"/>
                  <a:gd name="connsiteX24" fmla="*/ 3986349 w 5395334"/>
                  <a:gd name="connsiteY24" fmla="*/ 5095798 h 5095799"/>
                  <a:gd name="connsiteX25" fmla="*/ 3970285 w 5395334"/>
                  <a:gd name="connsiteY25" fmla="*/ 5094179 h 5095799"/>
                  <a:gd name="connsiteX26" fmla="*/ 3940417 w 5395334"/>
                  <a:gd name="connsiteY26" fmla="*/ 5094179 h 5095799"/>
                  <a:gd name="connsiteX27" fmla="*/ 3932392 w 5395334"/>
                  <a:gd name="connsiteY27" fmla="*/ 5095799 h 5095799"/>
                  <a:gd name="connsiteX28" fmla="*/ 1410346 w 5395334"/>
                  <a:gd name="connsiteY28" fmla="*/ 5095799 h 5095799"/>
                  <a:gd name="connsiteX29" fmla="*/ 1409893 w 5395334"/>
                  <a:gd name="connsiteY29" fmla="*/ 5095708 h 5095799"/>
                  <a:gd name="connsiteX30" fmla="*/ 1408985 w 5395334"/>
                  <a:gd name="connsiteY30" fmla="*/ 5095799 h 5095799"/>
                  <a:gd name="connsiteX31" fmla="*/ 1403223 w 5395334"/>
                  <a:gd name="connsiteY31" fmla="*/ 5094928 h 5095799"/>
                  <a:gd name="connsiteX32" fmla="*/ 1394591 w 5395334"/>
                  <a:gd name="connsiteY32" fmla="*/ 5095798 h 5095799"/>
                  <a:gd name="connsiteX33" fmla="*/ 1206778 w 5395334"/>
                  <a:gd name="connsiteY33" fmla="*/ 4971308 h 5095799"/>
                  <a:gd name="connsiteX34" fmla="*/ 1206697 w 5395334"/>
                  <a:gd name="connsiteY34" fmla="*/ 4970904 h 5095799"/>
                  <a:gd name="connsiteX35" fmla="*/ 1195395 w 5395334"/>
                  <a:gd name="connsiteY35" fmla="*/ 4961234 h 5095799"/>
                  <a:gd name="connsiteX36" fmla="*/ 838951 w 5395334"/>
                  <a:gd name="connsiteY36" fmla="*/ 4260131 h 5095799"/>
                  <a:gd name="connsiteX37" fmla="*/ 29235 w 5395334"/>
                  <a:gd name="connsiteY37" fmla="*/ 2670972 h 5095799"/>
                  <a:gd name="connsiteX38" fmla="*/ 22014 w 5395334"/>
                  <a:gd name="connsiteY38" fmla="*/ 2645085 h 5095799"/>
                  <a:gd name="connsiteX39" fmla="*/ 22942 w 5395334"/>
                  <a:gd name="connsiteY39" fmla="*/ 2637511 h 5095799"/>
                  <a:gd name="connsiteX40" fmla="*/ 16019 w 5395334"/>
                  <a:gd name="connsiteY40" fmla="*/ 2627240 h 5095799"/>
                  <a:gd name="connsiteX41" fmla="*/ 0 w 5395334"/>
                  <a:gd name="connsiteY41" fmla="*/ 2547900 h 5095799"/>
                  <a:gd name="connsiteX42" fmla="*/ 16019 w 5395334"/>
                  <a:gd name="connsiteY42" fmla="*/ 2468559 h 5095799"/>
                  <a:gd name="connsiteX43" fmla="*/ 31570 w 5395334"/>
                  <a:gd name="connsiteY43" fmla="*/ 2445493 h 5095799"/>
                  <a:gd name="connsiteX44" fmla="*/ 31227 w 5395334"/>
                  <a:gd name="connsiteY44" fmla="*/ 2442651 h 5095799"/>
                  <a:gd name="connsiteX45" fmla="*/ 38498 w 5395334"/>
                  <a:gd name="connsiteY45" fmla="*/ 2416779 h 5095799"/>
                  <a:gd name="connsiteX46" fmla="*/ 1206211 w 5395334"/>
                  <a:gd name="connsiteY46" fmla="*/ 136072 h 5095799"/>
                  <a:gd name="connsiteX47" fmla="*/ 1222951 w 5395334"/>
                  <a:gd name="connsiteY47" fmla="*/ 115048 h 5095799"/>
                  <a:gd name="connsiteX48" fmla="*/ 1228889 w 5395334"/>
                  <a:gd name="connsiteY48" fmla="*/ 111770 h 5095799"/>
                  <a:gd name="connsiteX49" fmla="*/ 1251698 w 5395334"/>
                  <a:gd name="connsiteY49" fmla="*/ 74176 h 5095799"/>
                  <a:gd name="connsiteX50" fmla="*/ 1408985 w 5395334"/>
                  <a:gd name="connsiteY50" fmla="*/ 1 h 5095799"/>
                  <a:gd name="connsiteX51" fmla="*/ 1425049 w 5395334"/>
                  <a:gd name="connsiteY51" fmla="*/ 1621 h 5095799"/>
                  <a:gd name="connsiteX52" fmla="*/ 1454917 w 5395334"/>
                  <a:gd name="connsiteY52" fmla="*/ 1621 h 50957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</a:cxnLst>
                <a:rect l="l" t="t" r="r" b="b"/>
                <a:pathLst>
                  <a:path w="5395334" h="5095799">
                    <a:moveTo>
                      <a:pt x="1462942" y="0"/>
                    </a:moveTo>
                    <a:lnTo>
                      <a:pt x="3984988" y="0"/>
                    </a:lnTo>
                    <a:lnTo>
                      <a:pt x="3985441" y="92"/>
                    </a:lnTo>
                    <a:lnTo>
                      <a:pt x="3986349" y="0"/>
                    </a:lnTo>
                    <a:lnTo>
                      <a:pt x="3992111" y="871"/>
                    </a:lnTo>
                    <a:lnTo>
                      <a:pt x="4000743" y="1"/>
                    </a:lnTo>
                    <a:cubicBezTo>
                      <a:pt x="4064066" y="1"/>
                      <a:pt x="4120644" y="28876"/>
                      <a:pt x="4158030" y="74177"/>
                    </a:cubicBezTo>
                    <a:lnTo>
                      <a:pt x="4166080" y="87444"/>
                    </a:lnTo>
                    <a:lnTo>
                      <a:pt x="4186897" y="105256"/>
                    </a:lnTo>
                    <a:lnTo>
                      <a:pt x="4636731" y="990052"/>
                    </a:lnTo>
                    <a:lnTo>
                      <a:pt x="4637035" y="993958"/>
                    </a:lnTo>
                    <a:lnTo>
                      <a:pt x="5366099" y="2424827"/>
                    </a:lnTo>
                    <a:cubicBezTo>
                      <a:pt x="5370342" y="2433153"/>
                      <a:pt x="5372696" y="2441945"/>
                      <a:pt x="5373320" y="2450714"/>
                    </a:cubicBezTo>
                    <a:lnTo>
                      <a:pt x="5372392" y="2458289"/>
                    </a:lnTo>
                    <a:lnTo>
                      <a:pt x="5379316" y="2468559"/>
                    </a:lnTo>
                    <a:cubicBezTo>
                      <a:pt x="5389631" y="2492945"/>
                      <a:pt x="5395334" y="2519756"/>
                      <a:pt x="5395334" y="2547900"/>
                    </a:cubicBezTo>
                    <a:cubicBezTo>
                      <a:pt x="5395334" y="2576042"/>
                      <a:pt x="5389631" y="2602854"/>
                      <a:pt x="5379316" y="2627240"/>
                    </a:cubicBezTo>
                    <a:lnTo>
                      <a:pt x="5363764" y="2650306"/>
                    </a:lnTo>
                    <a:lnTo>
                      <a:pt x="5364107" y="2653148"/>
                    </a:lnTo>
                    <a:cubicBezTo>
                      <a:pt x="5363465" y="2661916"/>
                      <a:pt x="5361095" y="2670703"/>
                      <a:pt x="5356836" y="2679021"/>
                    </a:cubicBezTo>
                    <a:lnTo>
                      <a:pt x="4189123" y="4959727"/>
                    </a:lnTo>
                    <a:cubicBezTo>
                      <a:pt x="4184864" y="4968044"/>
                      <a:pt x="4179122" y="4975105"/>
                      <a:pt x="4172383" y="4980751"/>
                    </a:cubicBezTo>
                    <a:lnTo>
                      <a:pt x="4166445" y="4984029"/>
                    </a:lnTo>
                    <a:lnTo>
                      <a:pt x="4143637" y="5021623"/>
                    </a:lnTo>
                    <a:cubicBezTo>
                      <a:pt x="4106251" y="5066924"/>
                      <a:pt x="4049673" y="5095798"/>
                      <a:pt x="3986349" y="5095798"/>
                    </a:cubicBezTo>
                    <a:lnTo>
                      <a:pt x="3970285" y="5094179"/>
                    </a:lnTo>
                    <a:lnTo>
                      <a:pt x="3940417" y="5094179"/>
                    </a:lnTo>
                    <a:lnTo>
                      <a:pt x="3932392" y="5095799"/>
                    </a:lnTo>
                    <a:lnTo>
                      <a:pt x="1410346" y="5095799"/>
                    </a:lnTo>
                    <a:lnTo>
                      <a:pt x="1409893" y="5095708"/>
                    </a:lnTo>
                    <a:lnTo>
                      <a:pt x="1408985" y="5095799"/>
                    </a:lnTo>
                    <a:lnTo>
                      <a:pt x="1403223" y="5094928"/>
                    </a:lnTo>
                    <a:lnTo>
                      <a:pt x="1394591" y="5095798"/>
                    </a:lnTo>
                    <a:cubicBezTo>
                      <a:pt x="1310161" y="5095798"/>
                      <a:pt x="1237720" y="5044466"/>
                      <a:pt x="1206778" y="4971308"/>
                    </a:cubicBezTo>
                    <a:lnTo>
                      <a:pt x="1206697" y="4970904"/>
                    </a:lnTo>
                    <a:lnTo>
                      <a:pt x="1195395" y="4961234"/>
                    </a:lnTo>
                    <a:lnTo>
                      <a:pt x="838951" y="4260131"/>
                    </a:lnTo>
                    <a:lnTo>
                      <a:pt x="29235" y="2670972"/>
                    </a:lnTo>
                    <a:cubicBezTo>
                      <a:pt x="24992" y="2662646"/>
                      <a:pt x="22638" y="2653855"/>
                      <a:pt x="22014" y="2645085"/>
                    </a:cubicBezTo>
                    <a:lnTo>
                      <a:pt x="22942" y="2637511"/>
                    </a:lnTo>
                    <a:lnTo>
                      <a:pt x="16019" y="2627240"/>
                    </a:lnTo>
                    <a:cubicBezTo>
                      <a:pt x="5703" y="2602854"/>
                      <a:pt x="0" y="2576044"/>
                      <a:pt x="0" y="2547900"/>
                    </a:cubicBezTo>
                    <a:cubicBezTo>
                      <a:pt x="0" y="2519757"/>
                      <a:pt x="5703" y="2492945"/>
                      <a:pt x="16019" y="2468559"/>
                    </a:cubicBezTo>
                    <a:lnTo>
                      <a:pt x="31570" y="2445493"/>
                    </a:lnTo>
                    <a:lnTo>
                      <a:pt x="31227" y="2442651"/>
                    </a:lnTo>
                    <a:cubicBezTo>
                      <a:pt x="31869" y="2433883"/>
                      <a:pt x="34240" y="2425097"/>
                      <a:pt x="38498" y="2416779"/>
                    </a:cubicBezTo>
                    <a:lnTo>
                      <a:pt x="1206211" y="136072"/>
                    </a:lnTo>
                    <a:cubicBezTo>
                      <a:pt x="1210470" y="127755"/>
                      <a:pt x="1216212" y="120694"/>
                      <a:pt x="1222951" y="115048"/>
                    </a:cubicBezTo>
                    <a:lnTo>
                      <a:pt x="1228889" y="111770"/>
                    </a:lnTo>
                    <a:lnTo>
                      <a:pt x="1251698" y="74176"/>
                    </a:lnTo>
                    <a:cubicBezTo>
                      <a:pt x="1289084" y="28876"/>
                      <a:pt x="1345662" y="1"/>
                      <a:pt x="1408985" y="1"/>
                    </a:cubicBezTo>
                    <a:lnTo>
                      <a:pt x="1425049" y="1621"/>
                    </a:lnTo>
                    <a:lnTo>
                      <a:pt x="1454917" y="1621"/>
                    </a:lnTo>
                    <a:close/>
                  </a:path>
                </a:pathLst>
              </a:custGeom>
              <a:solidFill>
                <a:srgbClr val="5C9AD3"/>
              </a:solidFill>
              <a:ln>
                <a:noFill/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</p:grp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0CAE1C6-C3C1-4BFB-8450-1C61004F0F0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95921" y="1935281"/>
              <a:ext cx="3474720" cy="3281813"/>
            </a:xfrm>
            <a:custGeom>
              <a:avLst/>
              <a:gdLst>
                <a:gd name="connsiteX0" fmla="*/ 1462942 w 5395334"/>
                <a:gd name="connsiteY0" fmla="*/ 0 h 5095799"/>
                <a:gd name="connsiteX1" fmla="*/ 3984988 w 5395334"/>
                <a:gd name="connsiteY1" fmla="*/ 0 h 5095799"/>
                <a:gd name="connsiteX2" fmla="*/ 3985441 w 5395334"/>
                <a:gd name="connsiteY2" fmla="*/ 92 h 5095799"/>
                <a:gd name="connsiteX3" fmla="*/ 3986349 w 5395334"/>
                <a:gd name="connsiteY3" fmla="*/ 0 h 5095799"/>
                <a:gd name="connsiteX4" fmla="*/ 3992111 w 5395334"/>
                <a:gd name="connsiteY4" fmla="*/ 871 h 5095799"/>
                <a:gd name="connsiteX5" fmla="*/ 4000743 w 5395334"/>
                <a:gd name="connsiteY5" fmla="*/ 1 h 5095799"/>
                <a:gd name="connsiteX6" fmla="*/ 4158030 w 5395334"/>
                <a:gd name="connsiteY6" fmla="*/ 74177 h 5095799"/>
                <a:gd name="connsiteX7" fmla="*/ 4166080 w 5395334"/>
                <a:gd name="connsiteY7" fmla="*/ 87444 h 5095799"/>
                <a:gd name="connsiteX8" fmla="*/ 4186897 w 5395334"/>
                <a:gd name="connsiteY8" fmla="*/ 105256 h 5095799"/>
                <a:gd name="connsiteX9" fmla="*/ 4636731 w 5395334"/>
                <a:gd name="connsiteY9" fmla="*/ 990052 h 5095799"/>
                <a:gd name="connsiteX10" fmla="*/ 4637035 w 5395334"/>
                <a:gd name="connsiteY10" fmla="*/ 993958 h 5095799"/>
                <a:gd name="connsiteX11" fmla="*/ 5366099 w 5395334"/>
                <a:gd name="connsiteY11" fmla="*/ 2424827 h 5095799"/>
                <a:gd name="connsiteX12" fmla="*/ 5373320 w 5395334"/>
                <a:gd name="connsiteY12" fmla="*/ 2450714 h 5095799"/>
                <a:gd name="connsiteX13" fmla="*/ 5372392 w 5395334"/>
                <a:gd name="connsiteY13" fmla="*/ 2458289 h 5095799"/>
                <a:gd name="connsiteX14" fmla="*/ 5379316 w 5395334"/>
                <a:gd name="connsiteY14" fmla="*/ 2468559 h 5095799"/>
                <a:gd name="connsiteX15" fmla="*/ 5395334 w 5395334"/>
                <a:gd name="connsiteY15" fmla="*/ 2547900 h 5095799"/>
                <a:gd name="connsiteX16" fmla="*/ 5379316 w 5395334"/>
                <a:gd name="connsiteY16" fmla="*/ 2627240 h 5095799"/>
                <a:gd name="connsiteX17" fmla="*/ 5363764 w 5395334"/>
                <a:gd name="connsiteY17" fmla="*/ 2650306 h 5095799"/>
                <a:gd name="connsiteX18" fmla="*/ 5364107 w 5395334"/>
                <a:gd name="connsiteY18" fmla="*/ 2653148 h 5095799"/>
                <a:gd name="connsiteX19" fmla="*/ 5356836 w 5395334"/>
                <a:gd name="connsiteY19" fmla="*/ 2679021 h 5095799"/>
                <a:gd name="connsiteX20" fmla="*/ 4189123 w 5395334"/>
                <a:gd name="connsiteY20" fmla="*/ 4959727 h 5095799"/>
                <a:gd name="connsiteX21" fmla="*/ 4172383 w 5395334"/>
                <a:gd name="connsiteY21" fmla="*/ 4980751 h 5095799"/>
                <a:gd name="connsiteX22" fmla="*/ 4166445 w 5395334"/>
                <a:gd name="connsiteY22" fmla="*/ 4984029 h 5095799"/>
                <a:gd name="connsiteX23" fmla="*/ 4143637 w 5395334"/>
                <a:gd name="connsiteY23" fmla="*/ 5021623 h 5095799"/>
                <a:gd name="connsiteX24" fmla="*/ 3986349 w 5395334"/>
                <a:gd name="connsiteY24" fmla="*/ 5095798 h 5095799"/>
                <a:gd name="connsiteX25" fmla="*/ 3970285 w 5395334"/>
                <a:gd name="connsiteY25" fmla="*/ 5094179 h 5095799"/>
                <a:gd name="connsiteX26" fmla="*/ 3940417 w 5395334"/>
                <a:gd name="connsiteY26" fmla="*/ 5094179 h 5095799"/>
                <a:gd name="connsiteX27" fmla="*/ 3932392 w 5395334"/>
                <a:gd name="connsiteY27" fmla="*/ 5095799 h 5095799"/>
                <a:gd name="connsiteX28" fmla="*/ 1410346 w 5395334"/>
                <a:gd name="connsiteY28" fmla="*/ 5095799 h 5095799"/>
                <a:gd name="connsiteX29" fmla="*/ 1409893 w 5395334"/>
                <a:gd name="connsiteY29" fmla="*/ 5095708 h 5095799"/>
                <a:gd name="connsiteX30" fmla="*/ 1408985 w 5395334"/>
                <a:gd name="connsiteY30" fmla="*/ 5095799 h 5095799"/>
                <a:gd name="connsiteX31" fmla="*/ 1403223 w 5395334"/>
                <a:gd name="connsiteY31" fmla="*/ 5094928 h 5095799"/>
                <a:gd name="connsiteX32" fmla="*/ 1394591 w 5395334"/>
                <a:gd name="connsiteY32" fmla="*/ 5095798 h 5095799"/>
                <a:gd name="connsiteX33" fmla="*/ 1206778 w 5395334"/>
                <a:gd name="connsiteY33" fmla="*/ 4971308 h 5095799"/>
                <a:gd name="connsiteX34" fmla="*/ 1206697 w 5395334"/>
                <a:gd name="connsiteY34" fmla="*/ 4970904 h 5095799"/>
                <a:gd name="connsiteX35" fmla="*/ 1195395 w 5395334"/>
                <a:gd name="connsiteY35" fmla="*/ 4961234 h 5095799"/>
                <a:gd name="connsiteX36" fmla="*/ 838951 w 5395334"/>
                <a:gd name="connsiteY36" fmla="*/ 4260131 h 5095799"/>
                <a:gd name="connsiteX37" fmla="*/ 29235 w 5395334"/>
                <a:gd name="connsiteY37" fmla="*/ 2670972 h 5095799"/>
                <a:gd name="connsiteX38" fmla="*/ 22014 w 5395334"/>
                <a:gd name="connsiteY38" fmla="*/ 2645085 h 5095799"/>
                <a:gd name="connsiteX39" fmla="*/ 22942 w 5395334"/>
                <a:gd name="connsiteY39" fmla="*/ 2637511 h 5095799"/>
                <a:gd name="connsiteX40" fmla="*/ 16019 w 5395334"/>
                <a:gd name="connsiteY40" fmla="*/ 2627240 h 5095799"/>
                <a:gd name="connsiteX41" fmla="*/ 0 w 5395334"/>
                <a:gd name="connsiteY41" fmla="*/ 2547900 h 5095799"/>
                <a:gd name="connsiteX42" fmla="*/ 16019 w 5395334"/>
                <a:gd name="connsiteY42" fmla="*/ 2468559 h 5095799"/>
                <a:gd name="connsiteX43" fmla="*/ 31570 w 5395334"/>
                <a:gd name="connsiteY43" fmla="*/ 2445493 h 5095799"/>
                <a:gd name="connsiteX44" fmla="*/ 31227 w 5395334"/>
                <a:gd name="connsiteY44" fmla="*/ 2442651 h 5095799"/>
                <a:gd name="connsiteX45" fmla="*/ 38498 w 5395334"/>
                <a:gd name="connsiteY45" fmla="*/ 2416779 h 5095799"/>
                <a:gd name="connsiteX46" fmla="*/ 1206211 w 5395334"/>
                <a:gd name="connsiteY46" fmla="*/ 136072 h 5095799"/>
                <a:gd name="connsiteX47" fmla="*/ 1222951 w 5395334"/>
                <a:gd name="connsiteY47" fmla="*/ 115048 h 5095799"/>
                <a:gd name="connsiteX48" fmla="*/ 1228889 w 5395334"/>
                <a:gd name="connsiteY48" fmla="*/ 111770 h 5095799"/>
                <a:gd name="connsiteX49" fmla="*/ 1251698 w 5395334"/>
                <a:gd name="connsiteY49" fmla="*/ 74176 h 5095799"/>
                <a:gd name="connsiteX50" fmla="*/ 1408985 w 5395334"/>
                <a:gd name="connsiteY50" fmla="*/ 1 h 5095799"/>
                <a:gd name="connsiteX51" fmla="*/ 1425049 w 5395334"/>
                <a:gd name="connsiteY51" fmla="*/ 1621 h 5095799"/>
                <a:gd name="connsiteX52" fmla="*/ 1454917 w 5395334"/>
                <a:gd name="connsiteY52" fmla="*/ 1621 h 50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395334" h="5095799">
                  <a:moveTo>
                    <a:pt x="1462942" y="0"/>
                  </a:moveTo>
                  <a:lnTo>
                    <a:pt x="3984988" y="0"/>
                  </a:lnTo>
                  <a:lnTo>
                    <a:pt x="3985441" y="92"/>
                  </a:lnTo>
                  <a:lnTo>
                    <a:pt x="3986349" y="0"/>
                  </a:lnTo>
                  <a:lnTo>
                    <a:pt x="3992111" y="871"/>
                  </a:lnTo>
                  <a:lnTo>
                    <a:pt x="4000743" y="1"/>
                  </a:lnTo>
                  <a:cubicBezTo>
                    <a:pt x="4064066" y="1"/>
                    <a:pt x="4120644" y="28876"/>
                    <a:pt x="4158030" y="74177"/>
                  </a:cubicBezTo>
                  <a:lnTo>
                    <a:pt x="4166080" y="87444"/>
                  </a:lnTo>
                  <a:lnTo>
                    <a:pt x="4186897" y="105256"/>
                  </a:lnTo>
                  <a:lnTo>
                    <a:pt x="4636731" y="990052"/>
                  </a:lnTo>
                  <a:lnTo>
                    <a:pt x="4637035" y="993958"/>
                  </a:lnTo>
                  <a:lnTo>
                    <a:pt x="5366099" y="2424827"/>
                  </a:lnTo>
                  <a:cubicBezTo>
                    <a:pt x="5370342" y="2433153"/>
                    <a:pt x="5372696" y="2441945"/>
                    <a:pt x="5373320" y="2450714"/>
                  </a:cubicBezTo>
                  <a:lnTo>
                    <a:pt x="5372392" y="2458289"/>
                  </a:lnTo>
                  <a:lnTo>
                    <a:pt x="5379316" y="2468559"/>
                  </a:lnTo>
                  <a:cubicBezTo>
                    <a:pt x="5389631" y="2492945"/>
                    <a:pt x="5395334" y="2519756"/>
                    <a:pt x="5395334" y="2547900"/>
                  </a:cubicBezTo>
                  <a:cubicBezTo>
                    <a:pt x="5395334" y="2576042"/>
                    <a:pt x="5389631" y="2602854"/>
                    <a:pt x="5379316" y="2627240"/>
                  </a:cubicBezTo>
                  <a:lnTo>
                    <a:pt x="5363764" y="2650306"/>
                  </a:lnTo>
                  <a:lnTo>
                    <a:pt x="5364107" y="2653148"/>
                  </a:lnTo>
                  <a:cubicBezTo>
                    <a:pt x="5363465" y="2661916"/>
                    <a:pt x="5361095" y="2670703"/>
                    <a:pt x="5356836" y="2679021"/>
                  </a:cubicBezTo>
                  <a:lnTo>
                    <a:pt x="4189123" y="4959727"/>
                  </a:lnTo>
                  <a:cubicBezTo>
                    <a:pt x="4184864" y="4968044"/>
                    <a:pt x="4179122" y="4975105"/>
                    <a:pt x="4172383" y="4980751"/>
                  </a:cubicBezTo>
                  <a:lnTo>
                    <a:pt x="4166445" y="4984029"/>
                  </a:lnTo>
                  <a:lnTo>
                    <a:pt x="4143637" y="5021623"/>
                  </a:lnTo>
                  <a:cubicBezTo>
                    <a:pt x="4106251" y="5066924"/>
                    <a:pt x="4049673" y="5095798"/>
                    <a:pt x="3986349" y="5095798"/>
                  </a:cubicBezTo>
                  <a:lnTo>
                    <a:pt x="3970285" y="5094179"/>
                  </a:lnTo>
                  <a:lnTo>
                    <a:pt x="3940417" y="5094179"/>
                  </a:lnTo>
                  <a:lnTo>
                    <a:pt x="3932392" y="5095799"/>
                  </a:lnTo>
                  <a:lnTo>
                    <a:pt x="1410346" y="5095799"/>
                  </a:lnTo>
                  <a:lnTo>
                    <a:pt x="1409893" y="5095708"/>
                  </a:lnTo>
                  <a:lnTo>
                    <a:pt x="1408985" y="5095799"/>
                  </a:lnTo>
                  <a:lnTo>
                    <a:pt x="1403223" y="5094928"/>
                  </a:lnTo>
                  <a:lnTo>
                    <a:pt x="1394591" y="5095798"/>
                  </a:lnTo>
                  <a:cubicBezTo>
                    <a:pt x="1310161" y="5095798"/>
                    <a:pt x="1237720" y="5044466"/>
                    <a:pt x="1206778" y="4971308"/>
                  </a:cubicBezTo>
                  <a:lnTo>
                    <a:pt x="1206697" y="4970904"/>
                  </a:lnTo>
                  <a:lnTo>
                    <a:pt x="1195395" y="4961234"/>
                  </a:lnTo>
                  <a:lnTo>
                    <a:pt x="838951" y="4260131"/>
                  </a:lnTo>
                  <a:lnTo>
                    <a:pt x="29235" y="2670972"/>
                  </a:lnTo>
                  <a:cubicBezTo>
                    <a:pt x="24992" y="2662646"/>
                    <a:pt x="22638" y="2653855"/>
                    <a:pt x="22014" y="2645085"/>
                  </a:cubicBezTo>
                  <a:lnTo>
                    <a:pt x="22942" y="2637511"/>
                  </a:lnTo>
                  <a:lnTo>
                    <a:pt x="16019" y="2627240"/>
                  </a:lnTo>
                  <a:cubicBezTo>
                    <a:pt x="5703" y="2602854"/>
                    <a:pt x="0" y="2576044"/>
                    <a:pt x="0" y="2547900"/>
                  </a:cubicBezTo>
                  <a:cubicBezTo>
                    <a:pt x="0" y="2519757"/>
                    <a:pt x="5703" y="2492945"/>
                    <a:pt x="16019" y="2468559"/>
                  </a:cubicBezTo>
                  <a:lnTo>
                    <a:pt x="31570" y="2445493"/>
                  </a:lnTo>
                  <a:lnTo>
                    <a:pt x="31227" y="2442651"/>
                  </a:lnTo>
                  <a:cubicBezTo>
                    <a:pt x="31869" y="2433883"/>
                    <a:pt x="34240" y="2425097"/>
                    <a:pt x="38498" y="2416779"/>
                  </a:cubicBezTo>
                  <a:lnTo>
                    <a:pt x="1206211" y="136072"/>
                  </a:lnTo>
                  <a:cubicBezTo>
                    <a:pt x="1210470" y="127755"/>
                    <a:pt x="1216212" y="120694"/>
                    <a:pt x="1222951" y="115048"/>
                  </a:cubicBezTo>
                  <a:lnTo>
                    <a:pt x="1228889" y="111770"/>
                  </a:lnTo>
                  <a:lnTo>
                    <a:pt x="1251698" y="74176"/>
                  </a:lnTo>
                  <a:cubicBezTo>
                    <a:pt x="1289084" y="28876"/>
                    <a:pt x="1345662" y="1"/>
                    <a:pt x="1408985" y="1"/>
                  </a:cubicBezTo>
                  <a:lnTo>
                    <a:pt x="1425049" y="1621"/>
                  </a:lnTo>
                  <a:lnTo>
                    <a:pt x="1454917" y="1621"/>
                  </a:lnTo>
                  <a:close/>
                </a:path>
              </a:pathLst>
            </a:custGeom>
            <a:solidFill>
              <a:schemeClr val="tx1">
                <a:alpha val="50000"/>
              </a:schemeClr>
            </a:solidFill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A7A47D6-9921-4888-BBBE-012A7D6F9303}"/>
              </a:ext>
            </a:extLst>
          </p:cNvPr>
          <p:cNvGrpSpPr>
            <a:grpSpLocks noChangeAspect="1"/>
          </p:cNvGrpSpPr>
          <p:nvPr/>
        </p:nvGrpSpPr>
        <p:grpSpPr>
          <a:xfrm>
            <a:off x="1704450" y="3551525"/>
            <a:ext cx="2311850" cy="2183503"/>
            <a:chOff x="335615" y="1028218"/>
            <a:chExt cx="5395334" cy="5095799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78DC728E-0D85-4E9C-9AC1-C9CEF51F690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35615" y="1028218"/>
              <a:ext cx="5395334" cy="5095799"/>
              <a:chOff x="6330862" y="503694"/>
              <a:chExt cx="5395334" cy="5095799"/>
            </a:xfrm>
          </p:grpSpPr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D5F5917A-FD40-4AFA-9BA1-7FF7B0129E6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330862" y="503694"/>
                <a:ext cx="5395334" cy="5095799"/>
              </a:xfrm>
              <a:custGeom>
                <a:avLst/>
                <a:gdLst>
                  <a:gd name="connsiteX0" fmla="*/ 1462942 w 5395334"/>
                  <a:gd name="connsiteY0" fmla="*/ 0 h 5095799"/>
                  <a:gd name="connsiteX1" fmla="*/ 3984988 w 5395334"/>
                  <a:gd name="connsiteY1" fmla="*/ 0 h 5095799"/>
                  <a:gd name="connsiteX2" fmla="*/ 3985441 w 5395334"/>
                  <a:gd name="connsiteY2" fmla="*/ 92 h 5095799"/>
                  <a:gd name="connsiteX3" fmla="*/ 3986349 w 5395334"/>
                  <a:gd name="connsiteY3" fmla="*/ 0 h 5095799"/>
                  <a:gd name="connsiteX4" fmla="*/ 3992111 w 5395334"/>
                  <a:gd name="connsiteY4" fmla="*/ 871 h 5095799"/>
                  <a:gd name="connsiteX5" fmla="*/ 4000743 w 5395334"/>
                  <a:gd name="connsiteY5" fmla="*/ 1 h 5095799"/>
                  <a:gd name="connsiteX6" fmla="*/ 4158030 w 5395334"/>
                  <a:gd name="connsiteY6" fmla="*/ 74177 h 5095799"/>
                  <a:gd name="connsiteX7" fmla="*/ 4166080 w 5395334"/>
                  <a:gd name="connsiteY7" fmla="*/ 87444 h 5095799"/>
                  <a:gd name="connsiteX8" fmla="*/ 4186897 w 5395334"/>
                  <a:gd name="connsiteY8" fmla="*/ 105256 h 5095799"/>
                  <a:gd name="connsiteX9" fmla="*/ 4636731 w 5395334"/>
                  <a:gd name="connsiteY9" fmla="*/ 990052 h 5095799"/>
                  <a:gd name="connsiteX10" fmla="*/ 4637035 w 5395334"/>
                  <a:gd name="connsiteY10" fmla="*/ 993958 h 5095799"/>
                  <a:gd name="connsiteX11" fmla="*/ 5366099 w 5395334"/>
                  <a:gd name="connsiteY11" fmla="*/ 2424827 h 5095799"/>
                  <a:gd name="connsiteX12" fmla="*/ 5373320 w 5395334"/>
                  <a:gd name="connsiteY12" fmla="*/ 2450714 h 5095799"/>
                  <a:gd name="connsiteX13" fmla="*/ 5372392 w 5395334"/>
                  <a:gd name="connsiteY13" fmla="*/ 2458289 h 5095799"/>
                  <a:gd name="connsiteX14" fmla="*/ 5379316 w 5395334"/>
                  <a:gd name="connsiteY14" fmla="*/ 2468559 h 5095799"/>
                  <a:gd name="connsiteX15" fmla="*/ 5395334 w 5395334"/>
                  <a:gd name="connsiteY15" fmla="*/ 2547900 h 5095799"/>
                  <a:gd name="connsiteX16" fmla="*/ 5379316 w 5395334"/>
                  <a:gd name="connsiteY16" fmla="*/ 2627240 h 5095799"/>
                  <a:gd name="connsiteX17" fmla="*/ 5363764 w 5395334"/>
                  <a:gd name="connsiteY17" fmla="*/ 2650306 h 5095799"/>
                  <a:gd name="connsiteX18" fmla="*/ 5364107 w 5395334"/>
                  <a:gd name="connsiteY18" fmla="*/ 2653148 h 5095799"/>
                  <a:gd name="connsiteX19" fmla="*/ 5356836 w 5395334"/>
                  <a:gd name="connsiteY19" fmla="*/ 2679021 h 5095799"/>
                  <a:gd name="connsiteX20" fmla="*/ 4189123 w 5395334"/>
                  <a:gd name="connsiteY20" fmla="*/ 4959727 h 5095799"/>
                  <a:gd name="connsiteX21" fmla="*/ 4172383 w 5395334"/>
                  <a:gd name="connsiteY21" fmla="*/ 4980751 h 5095799"/>
                  <a:gd name="connsiteX22" fmla="*/ 4166445 w 5395334"/>
                  <a:gd name="connsiteY22" fmla="*/ 4984029 h 5095799"/>
                  <a:gd name="connsiteX23" fmla="*/ 4143637 w 5395334"/>
                  <a:gd name="connsiteY23" fmla="*/ 5021623 h 5095799"/>
                  <a:gd name="connsiteX24" fmla="*/ 3986349 w 5395334"/>
                  <a:gd name="connsiteY24" fmla="*/ 5095798 h 5095799"/>
                  <a:gd name="connsiteX25" fmla="*/ 3970285 w 5395334"/>
                  <a:gd name="connsiteY25" fmla="*/ 5094179 h 5095799"/>
                  <a:gd name="connsiteX26" fmla="*/ 3940417 w 5395334"/>
                  <a:gd name="connsiteY26" fmla="*/ 5094179 h 5095799"/>
                  <a:gd name="connsiteX27" fmla="*/ 3932392 w 5395334"/>
                  <a:gd name="connsiteY27" fmla="*/ 5095799 h 5095799"/>
                  <a:gd name="connsiteX28" fmla="*/ 1410346 w 5395334"/>
                  <a:gd name="connsiteY28" fmla="*/ 5095799 h 5095799"/>
                  <a:gd name="connsiteX29" fmla="*/ 1409893 w 5395334"/>
                  <a:gd name="connsiteY29" fmla="*/ 5095708 h 5095799"/>
                  <a:gd name="connsiteX30" fmla="*/ 1408985 w 5395334"/>
                  <a:gd name="connsiteY30" fmla="*/ 5095799 h 5095799"/>
                  <a:gd name="connsiteX31" fmla="*/ 1403223 w 5395334"/>
                  <a:gd name="connsiteY31" fmla="*/ 5094928 h 5095799"/>
                  <a:gd name="connsiteX32" fmla="*/ 1394591 w 5395334"/>
                  <a:gd name="connsiteY32" fmla="*/ 5095798 h 5095799"/>
                  <a:gd name="connsiteX33" fmla="*/ 1206778 w 5395334"/>
                  <a:gd name="connsiteY33" fmla="*/ 4971308 h 5095799"/>
                  <a:gd name="connsiteX34" fmla="*/ 1206697 w 5395334"/>
                  <a:gd name="connsiteY34" fmla="*/ 4970904 h 5095799"/>
                  <a:gd name="connsiteX35" fmla="*/ 1195395 w 5395334"/>
                  <a:gd name="connsiteY35" fmla="*/ 4961234 h 5095799"/>
                  <a:gd name="connsiteX36" fmla="*/ 838951 w 5395334"/>
                  <a:gd name="connsiteY36" fmla="*/ 4260131 h 5095799"/>
                  <a:gd name="connsiteX37" fmla="*/ 29235 w 5395334"/>
                  <a:gd name="connsiteY37" fmla="*/ 2670972 h 5095799"/>
                  <a:gd name="connsiteX38" fmla="*/ 22014 w 5395334"/>
                  <a:gd name="connsiteY38" fmla="*/ 2645085 h 5095799"/>
                  <a:gd name="connsiteX39" fmla="*/ 22942 w 5395334"/>
                  <a:gd name="connsiteY39" fmla="*/ 2637511 h 5095799"/>
                  <a:gd name="connsiteX40" fmla="*/ 16019 w 5395334"/>
                  <a:gd name="connsiteY40" fmla="*/ 2627240 h 5095799"/>
                  <a:gd name="connsiteX41" fmla="*/ 0 w 5395334"/>
                  <a:gd name="connsiteY41" fmla="*/ 2547900 h 5095799"/>
                  <a:gd name="connsiteX42" fmla="*/ 16019 w 5395334"/>
                  <a:gd name="connsiteY42" fmla="*/ 2468559 h 5095799"/>
                  <a:gd name="connsiteX43" fmla="*/ 31570 w 5395334"/>
                  <a:gd name="connsiteY43" fmla="*/ 2445493 h 5095799"/>
                  <a:gd name="connsiteX44" fmla="*/ 31227 w 5395334"/>
                  <a:gd name="connsiteY44" fmla="*/ 2442651 h 5095799"/>
                  <a:gd name="connsiteX45" fmla="*/ 38498 w 5395334"/>
                  <a:gd name="connsiteY45" fmla="*/ 2416779 h 5095799"/>
                  <a:gd name="connsiteX46" fmla="*/ 1206211 w 5395334"/>
                  <a:gd name="connsiteY46" fmla="*/ 136072 h 5095799"/>
                  <a:gd name="connsiteX47" fmla="*/ 1222951 w 5395334"/>
                  <a:gd name="connsiteY47" fmla="*/ 115048 h 5095799"/>
                  <a:gd name="connsiteX48" fmla="*/ 1228889 w 5395334"/>
                  <a:gd name="connsiteY48" fmla="*/ 111770 h 5095799"/>
                  <a:gd name="connsiteX49" fmla="*/ 1251698 w 5395334"/>
                  <a:gd name="connsiteY49" fmla="*/ 74176 h 5095799"/>
                  <a:gd name="connsiteX50" fmla="*/ 1408985 w 5395334"/>
                  <a:gd name="connsiteY50" fmla="*/ 1 h 5095799"/>
                  <a:gd name="connsiteX51" fmla="*/ 1425049 w 5395334"/>
                  <a:gd name="connsiteY51" fmla="*/ 1621 h 5095799"/>
                  <a:gd name="connsiteX52" fmla="*/ 1454917 w 5395334"/>
                  <a:gd name="connsiteY52" fmla="*/ 1621 h 50957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</a:cxnLst>
                <a:rect l="l" t="t" r="r" b="b"/>
                <a:pathLst>
                  <a:path w="5395334" h="5095799">
                    <a:moveTo>
                      <a:pt x="1462942" y="0"/>
                    </a:moveTo>
                    <a:lnTo>
                      <a:pt x="3984988" y="0"/>
                    </a:lnTo>
                    <a:lnTo>
                      <a:pt x="3985441" y="92"/>
                    </a:lnTo>
                    <a:lnTo>
                      <a:pt x="3986349" y="0"/>
                    </a:lnTo>
                    <a:lnTo>
                      <a:pt x="3992111" y="871"/>
                    </a:lnTo>
                    <a:lnTo>
                      <a:pt x="4000743" y="1"/>
                    </a:lnTo>
                    <a:cubicBezTo>
                      <a:pt x="4064066" y="1"/>
                      <a:pt x="4120644" y="28876"/>
                      <a:pt x="4158030" y="74177"/>
                    </a:cubicBezTo>
                    <a:lnTo>
                      <a:pt x="4166080" y="87444"/>
                    </a:lnTo>
                    <a:lnTo>
                      <a:pt x="4186897" y="105256"/>
                    </a:lnTo>
                    <a:lnTo>
                      <a:pt x="4636731" y="990052"/>
                    </a:lnTo>
                    <a:lnTo>
                      <a:pt x="4637035" y="993958"/>
                    </a:lnTo>
                    <a:lnTo>
                      <a:pt x="5366099" y="2424827"/>
                    </a:lnTo>
                    <a:cubicBezTo>
                      <a:pt x="5370342" y="2433153"/>
                      <a:pt x="5372696" y="2441945"/>
                      <a:pt x="5373320" y="2450714"/>
                    </a:cubicBezTo>
                    <a:lnTo>
                      <a:pt x="5372392" y="2458289"/>
                    </a:lnTo>
                    <a:lnTo>
                      <a:pt x="5379316" y="2468559"/>
                    </a:lnTo>
                    <a:cubicBezTo>
                      <a:pt x="5389631" y="2492945"/>
                      <a:pt x="5395334" y="2519756"/>
                      <a:pt x="5395334" y="2547900"/>
                    </a:cubicBezTo>
                    <a:cubicBezTo>
                      <a:pt x="5395334" y="2576042"/>
                      <a:pt x="5389631" y="2602854"/>
                      <a:pt x="5379316" y="2627240"/>
                    </a:cubicBezTo>
                    <a:lnTo>
                      <a:pt x="5363764" y="2650306"/>
                    </a:lnTo>
                    <a:lnTo>
                      <a:pt x="5364107" y="2653148"/>
                    </a:lnTo>
                    <a:cubicBezTo>
                      <a:pt x="5363465" y="2661916"/>
                      <a:pt x="5361095" y="2670703"/>
                      <a:pt x="5356836" y="2679021"/>
                    </a:cubicBezTo>
                    <a:lnTo>
                      <a:pt x="4189123" y="4959727"/>
                    </a:lnTo>
                    <a:cubicBezTo>
                      <a:pt x="4184864" y="4968044"/>
                      <a:pt x="4179122" y="4975105"/>
                      <a:pt x="4172383" y="4980751"/>
                    </a:cubicBezTo>
                    <a:lnTo>
                      <a:pt x="4166445" y="4984029"/>
                    </a:lnTo>
                    <a:lnTo>
                      <a:pt x="4143637" y="5021623"/>
                    </a:lnTo>
                    <a:cubicBezTo>
                      <a:pt x="4106251" y="5066924"/>
                      <a:pt x="4049673" y="5095798"/>
                      <a:pt x="3986349" y="5095798"/>
                    </a:cubicBezTo>
                    <a:lnTo>
                      <a:pt x="3970285" y="5094179"/>
                    </a:lnTo>
                    <a:lnTo>
                      <a:pt x="3940417" y="5094179"/>
                    </a:lnTo>
                    <a:lnTo>
                      <a:pt x="3932392" y="5095799"/>
                    </a:lnTo>
                    <a:lnTo>
                      <a:pt x="1410346" y="5095799"/>
                    </a:lnTo>
                    <a:lnTo>
                      <a:pt x="1409893" y="5095708"/>
                    </a:lnTo>
                    <a:lnTo>
                      <a:pt x="1408985" y="5095799"/>
                    </a:lnTo>
                    <a:lnTo>
                      <a:pt x="1403223" y="5094928"/>
                    </a:lnTo>
                    <a:lnTo>
                      <a:pt x="1394591" y="5095798"/>
                    </a:lnTo>
                    <a:cubicBezTo>
                      <a:pt x="1310161" y="5095798"/>
                      <a:pt x="1237720" y="5044466"/>
                      <a:pt x="1206778" y="4971308"/>
                    </a:cubicBezTo>
                    <a:lnTo>
                      <a:pt x="1206697" y="4970904"/>
                    </a:lnTo>
                    <a:lnTo>
                      <a:pt x="1195395" y="4961234"/>
                    </a:lnTo>
                    <a:lnTo>
                      <a:pt x="838951" y="4260131"/>
                    </a:lnTo>
                    <a:lnTo>
                      <a:pt x="29235" y="2670972"/>
                    </a:lnTo>
                    <a:cubicBezTo>
                      <a:pt x="24992" y="2662646"/>
                      <a:pt x="22638" y="2653855"/>
                      <a:pt x="22014" y="2645085"/>
                    </a:cubicBezTo>
                    <a:lnTo>
                      <a:pt x="22942" y="2637511"/>
                    </a:lnTo>
                    <a:lnTo>
                      <a:pt x="16019" y="2627240"/>
                    </a:lnTo>
                    <a:cubicBezTo>
                      <a:pt x="5703" y="2602854"/>
                      <a:pt x="0" y="2576044"/>
                      <a:pt x="0" y="2547900"/>
                    </a:cubicBezTo>
                    <a:cubicBezTo>
                      <a:pt x="0" y="2519757"/>
                      <a:pt x="5703" y="2492945"/>
                      <a:pt x="16019" y="2468559"/>
                    </a:cubicBezTo>
                    <a:lnTo>
                      <a:pt x="31570" y="2445493"/>
                    </a:lnTo>
                    <a:lnTo>
                      <a:pt x="31227" y="2442651"/>
                    </a:lnTo>
                    <a:cubicBezTo>
                      <a:pt x="31869" y="2433883"/>
                      <a:pt x="34240" y="2425097"/>
                      <a:pt x="38498" y="2416779"/>
                    </a:cubicBezTo>
                    <a:lnTo>
                      <a:pt x="1206211" y="136072"/>
                    </a:lnTo>
                    <a:cubicBezTo>
                      <a:pt x="1210470" y="127755"/>
                      <a:pt x="1216212" y="120694"/>
                      <a:pt x="1222951" y="115048"/>
                    </a:cubicBezTo>
                    <a:lnTo>
                      <a:pt x="1228889" y="111770"/>
                    </a:lnTo>
                    <a:lnTo>
                      <a:pt x="1251698" y="74176"/>
                    </a:lnTo>
                    <a:cubicBezTo>
                      <a:pt x="1289084" y="28876"/>
                      <a:pt x="1345662" y="1"/>
                      <a:pt x="1408985" y="1"/>
                    </a:cubicBezTo>
                    <a:lnTo>
                      <a:pt x="1425049" y="1621"/>
                    </a:lnTo>
                    <a:lnTo>
                      <a:pt x="1454917" y="162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F255808D-0038-4DDC-B927-446B32C189D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801786" y="948473"/>
                <a:ext cx="4453485" cy="4206240"/>
              </a:xfrm>
              <a:custGeom>
                <a:avLst/>
                <a:gdLst>
                  <a:gd name="connsiteX0" fmla="*/ 1462942 w 5395334"/>
                  <a:gd name="connsiteY0" fmla="*/ 0 h 5095799"/>
                  <a:gd name="connsiteX1" fmla="*/ 3984988 w 5395334"/>
                  <a:gd name="connsiteY1" fmla="*/ 0 h 5095799"/>
                  <a:gd name="connsiteX2" fmla="*/ 3985441 w 5395334"/>
                  <a:gd name="connsiteY2" fmla="*/ 92 h 5095799"/>
                  <a:gd name="connsiteX3" fmla="*/ 3986349 w 5395334"/>
                  <a:gd name="connsiteY3" fmla="*/ 0 h 5095799"/>
                  <a:gd name="connsiteX4" fmla="*/ 3992111 w 5395334"/>
                  <a:gd name="connsiteY4" fmla="*/ 871 h 5095799"/>
                  <a:gd name="connsiteX5" fmla="*/ 4000743 w 5395334"/>
                  <a:gd name="connsiteY5" fmla="*/ 1 h 5095799"/>
                  <a:gd name="connsiteX6" fmla="*/ 4158030 w 5395334"/>
                  <a:gd name="connsiteY6" fmla="*/ 74177 h 5095799"/>
                  <a:gd name="connsiteX7" fmla="*/ 4166080 w 5395334"/>
                  <a:gd name="connsiteY7" fmla="*/ 87444 h 5095799"/>
                  <a:gd name="connsiteX8" fmla="*/ 4186897 w 5395334"/>
                  <a:gd name="connsiteY8" fmla="*/ 105256 h 5095799"/>
                  <a:gd name="connsiteX9" fmla="*/ 4636731 w 5395334"/>
                  <a:gd name="connsiteY9" fmla="*/ 990052 h 5095799"/>
                  <a:gd name="connsiteX10" fmla="*/ 4637035 w 5395334"/>
                  <a:gd name="connsiteY10" fmla="*/ 993958 h 5095799"/>
                  <a:gd name="connsiteX11" fmla="*/ 5366099 w 5395334"/>
                  <a:gd name="connsiteY11" fmla="*/ 2424827 h 5095799"/>
                  <a:gd name="connsiteX12" fmla="*/ 5373320 w 5395334"/>
                  <a:gd name="connsiteY12" fmla="*/ 2450714 h 5095799"/>
                  <a:gd name="connsiteX13" fmla="*/ 5372392 w 5395334"/>
                  <a:gd name="connsiteY13" fmla="*/ 2458289 h 5095799"/>
                  <a:gd name="connsiteX14" fmla="*/ 5379316 w 5395334"/>
                  <a:gd name="connsiteY14" fmla="*/ 2468559 h 5095799"/>
                  <a:gd name="connsiteX15" fmla="*/ 5395334 w 5395334"/>
                  <a:gd name="connsiteY15" fmla="*/ 2547900 h 5095799"/>
                  <a:gd name="connsiteX16" fmla="*/ 5379316 w 5395334"/>
                  <a:gd name="connsiteY16" fmla="*/ 2627240 h 5095799"/>
                  <a:gd name="connsiteX17" fmla="*/ 5363764 w 5395334"/>
                  <a:gd name="connsiteY17" fmla="*/ 2650306 h 5095799"/>
                  <a:gd name="connsiteX18" fmla="*/ 5364107 w 5395334"/>
                  <a:gd name="connsiteY18" fmla="*/ 2653148 h 5095799"/>
                  <a:gd name="connsiteX19" fmla="*/ 5356836 w 5395334"/>
                  <a:gd name="connsiteY19" fmla="*/ 2679021 h 5095799"/>
                  <a:gd name="connsiteX20" fmla="*/ 4189123 w 5395334"/>
                  <a:gd name="connsiteY20" fmla="*/ 4959727 h 5095799"/>
                  <a:gd name="connsiteX21" fmla="*/ 4172383 w 5395334"/>
                  <a:gd name="connsiteY21" fmla="*/ 4980751 h 5095799"/>
                  <a:gd name="connsiteX22" fmla="*/ 4166445 w 5395334"/>
                  <a:gd name="connsiteY22" fmla="*/ 4984029 h 5095799"/>
                  <a:gd name="connsiteX23" fmla="*/ 4143637 w 5395334"/>
                  <a:gd name="connsiteY23" fmla="*/ 5021623 h 5095799"/>
                  <a:gd name="connsiteX24" fmla="*/ 3986349 w 5395334"/>
                  <a:gd name="connsiteY24" fmla="*/ 5095798 h 5095799"/>
                  <a:gd name="connsiteX25" fmla="*/ 3970285 w 5395334"/>
                  <a:gd name="connsiteY25" fmla="*/ 5094179 h 5095799"/>
                  <a:gd name="connsiteX26" fmla="*/ 3940417 w 5395334"/>
                  <a:gd name="connsiteY26" fmla="*/ 5094179 h 5095799"/>
                  <a:gd name="connsiteX27" fmla="*/ 3932392 w 5395334"/>
                  <a:gd name="connsiteY27" fmla="*/ 5095799 h 5095799"/>
                  <a:gd name="connsiteX28" fmla="*/ 1410346 w 5395334"/>
                  <a:gd name="connsiteY28" fmla="*/ 5095799 h 5095799"/>
                  <a:gd name="connsiteX29" fmla="*/ 1409893 w 5395334"/>
                  <a:gd name="connsiteY29" fmla="*/ 5095708 h 5095799"/>
                  <a:gd name="connsiteX30" fmla="*/ 1408985 w 5395334"/>
                  <a:gd name="connsiteY30" fmla="*/ 5095799 h 5095799"/>
                  <a:gd name="connsiteX31" fmla="*/ 1403223 w 5395334"/>
                  <a:gd name="connsiteY31" fmla="*/ 5094928 h 5095799"/>
                  <a:gd name="connsiteX32" fmla="*/ 1394591 w 5395334"/>
                  <a:gd name="connsiteY32" fmla="*/ 5095798 h 5095799"/>
                  <a:gd name="connsiteX33" fmla="*/ 1206778 w 5395334"/>
                  <a:gd name="connsiteY33" fmla="*/ 4971308 h 5095799"/>
                  <a:gd name="connsiteX34" fmla="*/ 1206697 w 5395334"/>
                  <a:gd name="connsiteY34" fmla="*/ 4970904 h 5095799"/>
                  <a:gd name="connsiteX35" fmla="*/ 1195395 w 5395334"/>
                  <a:gd name="connsiteY35" fmla="*/ 4961234 h 5095799"/>
                  <a:gd name="connsiteX36" fmla="*/ 838951 w 5395334"/>
                  <a:gd name="connsiteY36" fmla="*/ 4260131 h 5095799"/>
                  <a:gd name="connsiteX37" fmla="*/ 29235 w 5395334"/>
                  <a:gd name="connsiteY37" fmla="*/ 2670972 h 5095799"/>
                  <a:gd name="connsiteX38" fmla="*/ 22014 w 5395334"/>
                  <a:gd name="connsiteY38" fmla="*/ 2645085 h 5095799"/>
                  <a:gd name="connsiteX39" fmla="*/ 22942 w 5395334"/>
                  <a:gd name="connsiteY39" fmla="*/ 2637511 h 5095799"/>
                  <a:gd name="connsiteX40" fmla="*/ 16019 w 5395334"/>
                  <a:gd name="connsiteY40" fmla="*/ 2627240 h 5095799"/>
                  <a:gd name="connsiteX41" fmla="*/ 0 w 5395334"/>
                  <a:gd name="connsiteY41" fmla="*/ 2547900 h 5095799"/>
                  <a:gd name="connsiteX42" fmla="*/ 16019 w 5395334"/>
                  <a:gd name="connsiteY42" fmla="*/ 2468559 h 5095799"/>
                  <a:gd name="connsiteX43" fmla="*/ 31570 w 5395334"/>
                  <a:gd name="connsiteY43" fmla="*/ 2445493 h 5095799"/>
                  <a:gd name="connsiteX44" fmla="*/ 31227 w 5395334"/>
                  <a:gd name="connsiteY44" fmla="*/ 2442651 h 5095799"/>
                  <a:gd name="connsiteX45" fmla="*/ 38498 w 5395334"/>
                  <a:gd name="connsiteY45" fmla="*/ 2416779 h 5095799"/>
                  <a:gd name="connsiteX46" fmla="*/ 1206211 w 5395334"/>
                  <a:gd name="connsiteY46" fmla="*/ 136072 h 5095799"/>
                  <a:gd name="connsiteX47" fmla="*/ 1222951 w 5395334"/>
                  <a:gd name="connsiteY47" fmla="*/ 115048 h 5095799"/>
                  <a:gd name="connsiteX48" fmla="*/ 1228889 w 5395334"/>
                  <a:gd name="connsiteY48" fmla="*/ 111770 h 5095799"/>
                  <a:gd name="connsiteX49" fmla="*/ 1251698 w 5395334"/>
                  <a:gd name="connsiteY49" fmla="*/ 74176 h 5095799"/>
                  <a:gd name="connsiteX50" fmla="*/ 1408985 w 5395334"/>
                  <a:gd name="connsiteY50" fmla="*/ 1 h 5095799"/>
                  <a:gd name="connsiteX51" fmla="*/ 1425049 w 5395334"/>
                  <a:gd name="connsiteY51" fmla="*/ 1621 h 5095799"/>
                  <a:gd name="connsiteX52" fmla="*/ 1454917 w 5395334"/>
                  <a:gd name="connsiteY52" fmla="*/ 1621 h 50957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</a:cxnLst>
                <a:rect l="l" t="t" r="r" b="b"/>
                <a:pathLst>
                  <a:path w="5395334" h="5095799">
                    <a:moveTo>
                      <a:pt x="1462942" y="0"/>
                    </a:moveTo>
                    <a:lnTo>
                      <a:pt x="3984988" y="0"/>
                    </a:lnTo>
                    <a:lnTo>
                      <a:pt x="3985441" y="92"/>
                    </a:lnTo>
                    <a:lnTo>
                      <a:pt x="3986349" y="0"/>
                    </a:lnTo>
                    <a:lnTo>
                      <a:pt x="3992111" y="871"/>
                    </a:lnTo>
                    <a:lnTo>
                      <a:pt x="4000743" y="1"/>
                    </a:lnTo>
                    <a:cubicBezTo>
                      <a:pt x="4064066" y="1"/>
                      <a:pt x="4120644" y="28876"/>
                      <a:pt x="4158030" y="74177"/>
                    </a:cubicBezTo>
                    <a:lnTo>
                      <a:pt x="4166080" y="87444"/>
                    </a:lnTo>
                    <a:lnTo>
                      <a:pt x="4186897" y="105256"/>
                    </a:lnTo>
                    <a:lnTo>
                      <a:pt x="4636731" y="990052"/>
                    </a:lnTo>
                    <a:lnTo>
                      <a:pt x="4637035" y="993958"/>
                    </a:lnTo>
                    <a:lnTo>
                      <a:pt x="5366099" y="2424827"/>
                    </a:lnTo>
                    <a:cubicBezTo>
                      <a:pt x="5370342" y="2433153"/>
                      <a:pt x="5372696" y="2441945"/>
                      <a:pt x="5373320" y="2450714"/>
                    </a:cubicBezTo>
                    <a:lnTo>
                      <a:pt x="5372392" y="2458289"/>
                    </a:lnTo>
                    <a:lnTo>
                      <a:pt x="5379316" y="2468559"/>
                    </a:lnTo>
                    <a:cubicBezTo>
                      <a:pt x="5389631" y="2492945"/>
                      <a:pt x="5395334" y="2519756"/>
                      <a:pt x="5395334" y="2547900"/>
                    </a:cubicBezTo>
                    <a:cubicBezTo>
                      <a:pt x="5395334" y="2576042"/>
                      <a:pt x="5389631" y="2602854"/>
                      <a:pt x="5379316" y="2627240"/>
                    </a:cubicBezTo>
                    <a:lnTo>
                      <a:pt x="5363764" y="2650306"/>
                    </a:lnTo>
                    <a:lnTo>
                      <a:pt x="5364107" y="2653148"/>
                    </a:lnTo>
                    <a:cubicBezTo>
                      <a:pt x="5363465" y="2661916"/>
                      <a:pt x="5361095" y="2670703"/>
                      <a:pt x="5356836" y="2679021"/>
                    </a:cubicBezTo>
                    <a:lnTo>
                      <a:pt x="4189123" y="4959727"/>
                    </a:lnTo>
                    <a:cubicBezTo>
                      <a:pt x="4184864" y="4968044"/>
                      <a:pt x="4179122" y="4975105"/>
                      <a:pt x="4172383" y="4980751"/>
                    </a:cubicBezTo>
                    <a:lnTo>
                      <a:pt x="4166445" y="4984029"/>
                    </a:lnTo>
                    <a:lnTo>
                      <a:pt x="4143637" y="5021623"/>
                    </a:lnTo>
                    <a:cubicBezTo>
                      <a:pt x="4106251" y="5066924"/>
                      <a:pt x="4049673" y="5095798"/>
                      <a:pt x="3986349" y="5095798"/>
                    </a:cubicBezTo>
                    <a:lnTo>
                      <a:pt x="3970285" y="5094179"/>
                    </a:lnTo>
                    <a:lnTo>
                      <a:pt x="3940417" y="5094179"/>
                    </a:lnTo>
                    <a:lnTo>
                      <a:pt x="3932392" y="5095799"/>
                    </a:lnTo>
                    <a:lnTo>
                      <a:pt x="1410346" y="5095799"/>
                    </a:lnTo>
                    <a:lnTo>
                      <a:pt x="1409893" y="5095708"/>
                    </a:lnTo>
                    <a:lnTo>
                      <a:pt x="1408985" y="5095799"/>
                    </a:lnTo>
                    <a:lnTo>
                      <a:pt x="1403223" y="5094928"/>
                    </a:lnTo>
                    <a:lnTo>
                      <a:pt x="1394591" y="5095798"/>
                    </a:lnTo>
                    <a:cubicBezTo>
                      <a:pt x="1310161" y="5095798"/>
                      <a:pt x="1237720" y="5044466"/>
                      <a:pt x="1206778" y="4971308"/>
                    </a:cubicBezTo>
                    <a:lnTo>
                      <a:pt x="1206697" y="4970904"/>
                    </a:lnTo>
                    <a:lnTo>
                      <a:pt x="1195395" y="4961234"/>
                    </a:lnTo>
                    <a:lnTo>
                      <a:pt x="838951" y="4260131"/>
                    </a:lnTo>
                    <a:lnTo>
                      <a:pt x="29235" y="2670972"/>
                    </a:lnTo>
                    <a:cubicBezTo>
                      <a:pt x="24992" y="2662646"/>
                      <a:pt x="22638" y="2653855"/>
                      <a:pt x="22014" y="2645085"/>
                    </a:cubicBezTo>
                    <a:lnTo>
                      <a:pt x="22942" y="2637511"/>
                    </a:lnTo>
                    <a:lnTo>
                      <a:pt x="16019" y="2627240"/>
                    </a:lnTo>
                    <a:cubicBezTo>
                      <a:pt x="5703" y="2602854"/>
                      <a:pt x="0" y="2576044"/>
                      <a:pt x="0" y="2547900"/>
                    </a:cubicBezTo>
                    <a:cubicBezTo>
                      <a:pt x="0" y="2519757"/>
                      <a:pt x="5703" y="2492945"/>
                      <a:pt x="16019" y="2468559"/>
                    </a:cubicBezTo>
                    <a:lnTo>
                      <a:pt x="31570" y="2445493"/>
                    </a:lnTo>
                    <a:lnTo>
                      <a:pt x="31227" y="2442651"/>
                    </a:lnTo>
                    <a:cubicBezTo>
                      <a:pt x="31869" y="2433883"/>
                      <a:pt x="34240" y="2425097"/>
                      <a:pt x="38498" y="2416779"/>
                    </a:cubicBezTo>
                    <a:lnTo>
                      <a:pt x="1206211" y="136072"/>
                    </a:lnTo>
                    <a:cubicBezTo>
                      <a:pt x="1210470" y="127755"/>
                      <a:pt x="1216212" y="120694"/>
                      <a:pt x="1222951" y="115048"/>
                    </a:cubicBezTo>
                    <a:lnTo>
                      <a:pt x="1228889" y="111770"/>
                    </a:lnTo>
                    <a:lnTo>
                      <a:pt x="1251698" y="74176"/>
                    </a:lnTo>
                    <a:cubicBezTo>
                      <a:pt x="1289084" y="28876"/>
                      <a:pt x="1345662" y="1"/>
                      <a:pt x="1408985" y="1"/>
                    </a:cubicBezTo>
                    <a:lnTo>
                      <a:pt x="1425049" y="1621"/>
                    </a:lnTo>
                    <a:lnTo>
                      <a:pt x="1454917" y="1621"/>
                    </a:lnTo>
                    <a:close/>
                  </a:path>
                </a:pathLst>
              </a:custGeom>
              <a:solidFill>
                <a:srgbClr val="FE4A1E"/>
              </a:solidFill>
              <a:ln>
                <a:noFill/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</p:grp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26BE20A-DCBF-4147-8775-04AE13F43F0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95921" y="1935281"/>
              <a:ext cx="3474720" cy="3281813"/>
            </a:xfrm>
            <a:custGeom>
              <a:avLst/>
              <a:gdLst>
                <a:gd name="connsiteX0" fmla="*/ 1462942 w 5395334"/>
                <a:gd name="connsiteY0" fmla="*/ 0 h 5095799"/>
                <a:gd name="connsiteX1" fmla="*/ 3984988 w 5395334"/>
                <a:gd name="connsiteY1" fmla="*/ 0 h 5095799"/>
                <a:gd name="connsiteX2" fmla="*/ 3985441 w 5395334"/>
                <a:gd name="connsiteY2" fmla="*/ 92 h 5095799"/>
                <a:gd name="connsiteX3" fmla="*/ 3986349 w 5395334"/>
                <a:gd name="connsiteY3" fmla="*/ 0 h 5095799"/>
                <a:gd name="connsiteX4" fmla="*/ 3992111 w 5395334"/>
                <a:gd name="connsiteY4" fmla="*/ 871 h 5095799"/>
                <a:gd name="connsiteX5" fmla="*/ 4000743 w 5395334"/>
                <a:gd name="connsiteY5" fmla="*/ 1 h 5095799"/>
                <a:gd name="connsiteX6" fmla="*/ 4158030 w 5395334"/>
                <a:gd name="connsiteY6" fmla="*/ 74177 h 5095799"/>
                <a:gd name="connsiteX7" fmla="*/ 4166080 w 5395334"/>
                <a:gd name="connsiteY7" fmla="*/ 87444 h 5095799"/>
                <a:gd name="connsiteX8" fmla="*/ 4186897 w 5395334"/>
                <a:gd name="connsiteY8" fmla="*/ 105256 h 5095799"/>
                <a:gd name="connsiteX9" fmla="*/ 4636731 w 5395334"/>
                <a:gd name="connsiteY9" fmla="*/ 990052 h 5095799"/>
                <a:gd name="connsiteX10" fmla="*/ 4637035 w 5395334"/>
                <a:gd name="connsiteY10" fmla="*/ 993958 h 5095799"/>
                <a:gd name="connsiteX11" fmla="*/ 5366099 w 5395334"/>
                <a:gd name="connsiteY11" fmla="*/ 2424827 h 5095799"/>
                <a:gd name="connsiteX12" fmla="*/ 5373320 w 5395334"/>
                <a:gd name="connsiteY12" fmla="*/ 2450714 h 5095799"/>
                <a:gd name="connsiteX13" fmla="*/ 5372392 w 5395334"/>
                <a:gd name="connsiteY13" fmla="*/ 2458289 h 5095799"/>
                <a:gd name="connsiteX14" fmla="*/ 5379316 w 5395334"/>
                <a:gd name="connsiteY14" fmla="*/ 2468559 h 5095799"/>
                <a:gd name="connsiteX15" fmla="*/ 5395334 w 5395334"/>
                <a:gd name="connsiteY15" fmla="*/ 2547900 h 5095799"/>
                <a:gd name="connsiteX16" fmla="*/ 5379316 w 5395334"/>
                <a:gd name="connsiteY16" fmla="*/ 2627240 h 5095799"/>
                <a:gd name="connsiteX17" fmla="*/ 5363764 w 5395334"/>
                <a:gd name="connsiteY17" fmla="*/ 2650306 h 5095799"/>
                <a:gd name="connsiteX18" fmla="*/ 5364107 w 5395334"/>
                <a:gd name="connsiteY18" fmla="*/ 2653148 h 5095799"/>
                <a:gd name="connsiteX19" fmla="*/ 5356836 w 5395334"/>
                <a:gd name="connsiteY19" fmla="*/ 2679021 h 5095799"/>
                <a:gd name="connsiteX20" fmla="*/ 4189123 w 5395334"/>
                <a:gd name="connsiteY20" fmla="*/ 4959727 h 5095799"/>
                <a:gd name="connsiteX21" fmla="*/ 4172383 w 5395334"/>
                <a:gd name="connsiteY21" fmla="*/ 4980751 h 5095799"/>
                <a:gd name="connsiteX22" fmla="*/ 4166445 w 5395334"/>
                <a:gd name="connsiteY22" fmla="*/ 4984029 h 5095799"/>
                <a:gd name="connsiteX23" fmla="*/ 4143637 w 5395334"/>
                <a:gd name="connsiteY23" fmla="*/ 5021623 h 5095799"/>
                <a:gd name="connsiteX24" fmla="*/ 3986349 w 5395334"/>
                <a:gd name="connsiteY24" fmla="*/ 5095798 h 5095799"/>
                <a:gd name="connsiteX25" fmla="*/ 3970285 w 5395334"/>
                <a:gd name="connsiteY25" fmla="*/ 5094179 h 5095799"/>
                <a:gd name="connsiteX26" fmla="*/ 3940417 w 5395334"/>
                <a:gd name="connsiteY26" fmla="*/ 5094179 h 5095799"/>
                <a:gd name="connsiteX27" fmla="*/ 3932392 w 5395334"/>
                <a:gd name="connsiteY27" fmla="*/ 5095799 h 5095799"/>
                <a:gd name="connsiteX28" fmla="*/ 1410346 w 5395334"/>
                <a:gd name="connsiteY28" fmla="*/ 5095799 h 5095799"/>
                <a:gd name="connsiteX29" fmla="*/ 1409893 w 5395334"/>
                <a:gd name="connsiteY29" fmla="*/ 5095708 h 5095799"/>
                <a:gd name="connsiteX30" fmla="*/ 1408985 w 5395334"/>
                <a:gd name="connsiteY30" fmla="*/ 5095799 h 5095799"/>
                <a:gd name="connsiteX31" fmla="*/ 1403223 w 5395334"/>
                <a:gd name="connsiteY31" fmla="*/ 5094928 h 5095799"/>
                <a:gd name="connsiteX32" fmla="*/ 1394591 w 5395334"/>
                <a:gd name="connsiteY32" fmla="*/ 5095798 h 5095799"/>
                <a:gd name="connsiteX33" fmla="*/ 1206778 w 5395334"/>
                <a:gd name="connsiteY33" fmla="*/ 4971308 h 5095799"/>
                <a:gd name="connsiteX34" fmla="*/ 1206697 w 5395334"/>
                <a:gd name="connsiteY34" fmla="*/ 4970904 h 5095799"/>
                <a:gd name="connsiteX35" fmla="*/ 1195395 w 5395334"/>
                <a:gd name="connsiteY35" fmla="*/ 4961234 h 5095799"/>
                <a:gd name="connsiteX36" fmla="*/ 838951 w 5395334"/>
                <a:gd name="connsiteY36" fmla="*/ 4260131 h 5095799"/>
                <a:gd name="connsiteX37" fmla="*/ 29235 w 5395334"/>
                <a:gd name="connsiteY37" fmla="*/ 2670972 h 5095799"/>
                <a:gd name="connsiteX38" fmla="*/ 22014 w 5395334"/>
                <a:gd name="connsiteY38" fmla="*/ 2645085 h 5095799"/>
                <a:gd name="connsiteX39" fmla="*/ 22942 w 5395334"/>
                <a:gd name="connsiteY39" fmla="*/ 2637511 h 5095799"/>
                <a:gd name="connsiteX40" fmla="*/ 16019 w 5395334"/>
                <a:gd name="connsiteY40" fmla="*/ 2627240 h 5095799"/>
                <a:gd name="connsiteX41" fmla="*/ 0 w 5395334"/>
                <a:gd name="connsiteY41" fmla="*/ 2547900 h 5095799"/>
                <a:gd name="connsiteX42" fmla="*/ 16019 w 5395334"/>
                <a:gd name="connsiteY42" fmla="*/ 2468559 h 5095799"/>
                <a:gd name="connsiteX43" fmla="*/ 31570 w 5395334"/>
                <a:gd name="connsiteY43" fmla="*/ 2445493 h 5095799"/>
                <a:gd name="connsiteX44" fmla="*/ 31227 w 5395334"/>
                <a:gd name="connsiteY44" fmla="*/ 2442651 h 5095799"/>
                <a:gd name="connsiteX45" fmla="*/ 38498 w 5395334"/>
                <a:gd name="connsiteY45" fmla="*/ 2416779 h 5095799"/>
                <a:gd name="connsiteX46" fmla="*/ 1206211 w 5395334"/>
                <a:gd name="connsiteY46" fmla="*/ 136072 h 5095799"/>
                <a:gd name="connsiteX47" fmla="*/ 1222951 w 5395334"/>
                <a:gd name="connsiteY47" fmla="*/ 115048 h 5095799"/>
                <a:gd name="connsiteX48" fmla="*/ 1228889 w 5395334"/>
                <a:gd name="connsiteY48" fmla="*/ 111770 h 5095799"/>
                <a:gd name="connsiteX49" fmla="*/ 1251698 w 5395334"/>
                <a:gd name="connsiteY49" fmla="*/ 74176 h 5095799"/>
                <a:gd name="connsiteX50" fmla="*/ 1408985 w 5395334"/>
                <a:gd name="connsiteY50" fmla="*/ 1 h 5095799"/>
                <a:gd name="connsiteX51" fmla="*/ 1425049 w 5395334"/>
                <a:gd name="connsiteY51" fmla="*/ 1621 h 5095799"/>
                <a:gd name="connsiteX52" fmla="*/ 1454917 w 5395334"/>
                <a:gd name="connsiteY52" fmla="*/ 1621 h 50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395334" h="5095799">
                  <a:moveTo>
                    <a:pt x="1462942" y="0"/>
                  </a:moveTo>
                  <a:lnTo>
                    <a:pt x="3984988" y="0"/>
                  </a:lnTo>
                  <a:lnTo>
                    <a:pt x="3985441" y="92"/>
                  </a:lnTo>
                  <a:lnTo>
                    <a:pt x="3986349" y="0"/>
                  </a:lnTo>
                  <a:lnTo>
                    <a:pt x="3992111" y="871"/>
                  </a:lnTo>
                  <a:lnTo>
                    <a:pt x="4000743" y="1"/>
                  </a:lnTo>
                  <a:cubicBezTo>
                    <a:pt x="4064066" y="1"/>
                    <a:pt x="4120644" y="28876"/>
                    <a:pt x="4158030" y="74177"/>
                  </a:cubicBezTo>
                  <a:lnTo>
                    <a:pt x="4166080" y="87444"/>
                  </a:lnTo>
                  <a:lnTo>
                    <a:pt x="4186897" y="105256"/>
                  </a:lnTo>
                  <a:lnTo>
                    <a:pt x="4636731" y="990052"/>
                  </a:lnTo>
                  <a:lnTo>
                    <a:pt x="4637035" y="993958"/>
                  </a:lnTo>
                  <a:lnTo>
                    <a:pt x="5366099" y="2424827"/>
                  </a:lnTo>
                  <a:cubicBezTo>
                    <a:pt x="5370342" y="2433153"/>
                    <a:pt x="5372696" y="2441945"/>
                    <a:pt x="5373320" y="2450714"/>
                  </a:cubicBezTo>
                  <a:lnTo>
                    <a:pt x="5372392" y="2458289"/>
                  </a:lnTo>
                  <a:lnTo>
                    <a:pt x="5379316" y="2468559"/>
                  </a:lnTo>
                  <a:cubicBezTo>
                    <a:pt x="5389631" y="2492945"/>
                    <a:pt x="5395334" y="2519756"/>
                    <a:pt x="5395334" y="2547900"/>
                  </a:cubicBezTo>
                  <a:cubicBezTo>
                    <a:pt x="5395334" y="2576042"/>
                    <a:pt x="5389631" y="2602854"/>
                    <a:pt x="5379316" y="2627240"/>
                  </a:cubicBezTo>
                  <a:lnTo>
                    <a:pt x="5363764" y="2650306"/>
                  </a:lnTo>
                  <a:lnTo>
                    <a:pt x="5364107" y="2653148"/>
                  </a:lnTo>
                  <a:cubicBezTo>
                    <a:pt x="5363465" y="2661916"/>
                    <a:pt x="5361095" y="2670703"/>
                    <a:pt x="5356836" y="2679021"/>
                  </a:cubicBezTo>
                  <a:lnTo>
                    <a:pt x="4189123" y="4959727"/>
                  </a:lnTo>
                  <a:cubicBezTo>
                    <a:pt x="4184864" y="4968044"/>
                    <a:pt x="4179122" y="4975105"/>
                    <a:pt x="4172383" y="4980751"/>
                  </a:cubicBezTo>
                  <a:lnTo>
                    <a:pt x="4166445" y="4984029"/>
                  </a:lnTo>
                  <a:lnTo>
                    <a:pt x="4143637" y="5021623"/>
                  </a:lnTo>
                  <a:cubicBezTo>
                    <a:pt x="4106251" y="5066924"/>
                    <a:pt x="4049673" y="5095798"/>
                    <a:pt x="3986349" y="5095798"/>
                  </a:cubicBezTo>
                  <a:lnTo>
                    <a:pt x="3970285" y="5094179"/>
                  </a:lnTo>
                  <a:lnTo>
                    <a:pt x="3940417" y="5094179"/>
                  </a:lnTo>
                  <a:lnTo>
                    <a:pt x="3932392" y="5095799"/>
                  </a:lnTo>
                  <a:lnTo>
                    <a:pt x="1410346" y="5095799"/>
                  </a:lnTo>
                  <a:lnTo>
                    <a:pt x="1409893" y="5095708"/>
                  </a:lnTo>
                  <a:lnTo>
                    <a:pt x="1408985" y="5095799"/>
                  </a:lnTo>
                  <a:lnTo>
                    <a:pt x="1403223" y="5094928"/>
                  </a:lnTo>
                  <a:lnTo>
                    <a:pt x="1394591" y="5095798"/>
                  </a:lnTo>
                  <a:cubicBezTo>
                    <a:pt x="1310161" y="5095798"/>
                    <a:pt x="1237720" y="5044466"/>
                    <a:pt x="1206778" y="4971308"/>
                  </a:cubicBezTo>
                  <a:lnTo>
                    <a:pt x="1206697" y="4970904"/>
                  </a:lnTo>
                  <a:lnTo>
                    <a:pt x="1195395" y="4961234"/>
                  </a:lnTo>
                  <a:lnTo>
                    <a:pt x="838951" y="4260131"/>
                  </a:lnTo>
                  <a:lnTo>
                    <a:pt x="29235" y="2670972"/>
                  </a:lnTo>
                  <a:cubicBezTo>
                    <a:pt x="24992" y="2662646"/>
                    <a:pt x="22638" y="2653855"/>
                    <a:pt x="22014" y="2645085"/>
                  </a:cubicBezTo>
                  <a:lnTo>
                    <a:pt x="22942" y="2637511"/>
                  </a:lnTo>
                  <a:lnTo>
                    <a:pt x="16019" y="2627240"/>
                  </a:lnTo>
                  <a:cubicBezTo>
                    <a:pt x="5703" y="2602854"/>
                    <a:pt x="0" y="2576044"/>
                    <a:pt x="0" y="2547900"/>
                  </a:cubicBezTo>
                  <a:cubicBezTo>
                    <a:pt x="0" y="2519757"/>
                    <a:pt x="5703" y="2492945"/>
                    <a:pt x="16019" y="2468559"/>
                  </a:cubicBezTo>
                  <a:lnTo>
                    <a:pt x="31570" y="2445493"/>
                  </a:lnTo>
                  <a:lnTo>
                    <a:pt x="31227" y="2442651"/>
                  </a:lnTo>
                  <a:cubicBezTo>
                    <a:pt x="31869" y="2433883"/>
                    <a:pt x="34240" y="2425097"/>
                    <a:pt x="38498" y="2416779"/>
                  </a:cubicBezTo>
                  <a:lnTo>
                    <a:pt x="1206211" y="136072"/>
                  </a:lnTo>
                  <a:cubicBezTo>
                    <a:pt x="1210470" y="127755"/>
                    <a:pt x="1216212" y="120694"/>
                    <a:pt x="1222951" y="115048"/>
                  </a:cubicBezTo>
                  <a:lnTo>
                    <a:pt x="1228889" y="111770"/>
                  </a:lnTo>
                  <a:lnTo>
                    <a:pt x="1251698" y="74176"/>
                  </a:lnTo>
                  <a:cubicBezTo>
                    <a:pt x="1289084" y="28876"/>
                    <a:pt x="1345662" y="1"/>
                    <a:pt x="1408985" y="1"/>
                  </a:cubicBezTo>
                  <a:lnTo>
                    <a:pt x="1425049" y="1621"/>
                  </a:lnTo>
                  <a:lnTo>
                    <a:pt x="1454917" y="1621"/>
                  </a:lnTo>
                  <a:close/>
                </a:path>
              </a:pathLst>
            </a:custGeom>
            <a:solidFill>
              <a:schemeClr val="tx1">
                <a:alpha val="50000"/>
              </a:schemeClr>
            </a:solidFill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34" name="Text Box 10">
            <a:extLst>
              <a:ext uri="{FF2B5EF4-FFF2-40B4-BE49-F238E27FC236}">
                <a16:creationId xmlns:a16="http://schemas.microsoft.com/office/drawing/2014/main" id="{5C790DDF-24FD-40F5-BEE0-4008D543B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71271" y="3256772"/>
            <a:ext cx="1089119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0960" tIns="30480" rIns="60960" bIns="3048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solidFill>
                  <a:schemeClr val="bg1"/>
                </a:solidFill>
                <a:latin typeface="Montserrat Light" panose="00000400000000000000" charset="0"/>
              </a:rPr>
              <a:t>Path Planning</a:t>
            </a:r>
            <a:endParaRPr lang="en-US" sz="1000" dirty="0">
              <a:solidFill>
                <a:schemeClr val="bg1"/>
              </a:solidFill>
              <a:latin typeface="Montserrat Light" panose="00000400000000000000" charset="0"/>
            </a:endParaRPr>
          </a:p>
        </p:txBody>
      </p:sp>
      <p:sp>
        <p:nvSpPr>
          <p:cNvPr id="35" name="Text Box 10">
            <a:extLst>
              <a:ext uri="{FF2B5EF4-FFF2-40B4-BE49-F238E27FC236}">
                <a16:creationId xmlns:a16="http://schemas.microsoft.com/office/drawing/2014/main" id="{6FEBCA68-AF9D-4C51-983A-A431F5801F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0265" y="4427832"/>
            <a:ext cx="1182360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0960" tIns="30480" rIns="60960" bIns="3048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solidFill>
                  <a:schemeClr val="bg1"/>
                </a:solidFill>
                <a:latin typeface="Montserrat Light" panose="00000400000000000000" charset="0"/>
              </a:rPr>
              <a:t>Mechanical Design</a:t>
            </a:r>
            <a:endParaRPr lang="en-US" sz="1000" dirty="0">
              <a:solidFill>
                <a:schemeClr val="bg1"/>
              </a:solidFill>
              <a:latin typeface="Montserrat Light" panose="00000400000000000000" charset="0"/>
            </a:endParaRPr>
          </a:p>
        </p:txBody>
      </p:sp>
      <p:sp>
        <p:nvSpPr>
          <p:cNvPr id="36" name="Text Box 10">
            <a:extLst>
              <a:ext uri="{FF2B5EF4-FFF2-40B4-BE49-F238E27FC236}">
                <a16:creationId xmlns:a16="http://schemas.microsoft.com/office/drawing/2014/main" id="{368EAAA7-46AF-43D4-B215-6810203BB3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2174" y="3336081"/>
            <a:ext cx="1163456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0960" tIns="30480" rIns="60960" bIns="3048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solidFill>
                  <a:schemeClr val="bg1"/>
                </a:solidFill>
                <a:latin typeface="Montserrat Light" panose="00000400000000000000" charset="0"/>
              </a:rPr>
              <a:t>Negative </a:t>
            </a:r>
            <a:br>
              <a:rPr lang="en-US" sz="1200" b="1" dirty="0">
                <a:solidFill>
                  <a:schemeClr val="bg1"/>
                </a:solidFill>
                <a:latin typeface="Montserrat Light" panose="00000400000000000000" charset="0"/>
              </a:rPr>
            </a:br>
            <a:r>
              <a:rPr lang="en-US" sz="1200" b="1" dirty="0">
                <a:solidFill>
                  <a:schemeClr val="bg1"/>
                </a:solidFill>
                <a:latin typeface="Montserrat Light" panose="00000400000000000000" charset="0"/>
              </a:rPr>
              <a:t>Thrust</a:t>
            </a:r>
            <a:endParaRPr lang="en-US" sz="1000" dirty="0">
              <a:solidFill>
                <a:schemeClr val="bg1"/>
              </a:solidFill>
              <a:latin typeface="Montserrat Light" panose="00000400000000000000" charset="0"/>
            </a:endParaRPr>
          </a:p>
        </p:txBody>
      </p:sp>
      <p:sp>
        <p:nvSpPr>
          <p:cNvPr id="37" name="Text Box 10">
            <a:extLst>
              <a:ext uri="{FF2B5EF4-FFF2-40B4-BE49-F238E27FC236}">
                <a16:creationId xmlns:a16="http://schemas.microsoft.com/office/drawing/2014/main" id="{27D24938-DA24-4185-B9F4-8298A3CAB6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6444" y="2214137"/>
            <a:ext cx="1086694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0960" tIns="30480" rIns="60960" bIns="3048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solidFill>
                  <a:schemeClr val="bg1"/>
                </a:solidFill>
                <a:latin typeface="Montserrat Light" panose="00000400000000000000" charset="0"/>
              </a:rPr>
              <a:t>Locomotion</a:t>
            </a:r>
            <a:endParaRPr lang="en-US" sz="1000" dirty="0">
              <a:solidFill>
                <a:schemeClr val="bg1"/>
              </a:solidFill>
              <a:latin typeface="Montserrat Light" panose="00000400000000000000" charset="0"/>
            </a:endParaRPr>
          </a:p>
        </p:txBody>
      </p:sp>
      <p:sp>
        <p:nvSpPr>
          <p:cNvPr id="38" name="Text Box 10">
            <a:extLst>
              <a:ext uri="{FF2B5EF4-FFF2-40B4-BE49-F238E27FC236}">
                <a16:creationId xmlns:a16="http://schemas.microsoft.com/office/drawing/2014/main" id="{2AAF85D3-E996-42BE-9EB4-69399BE355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8626" y="3226037"/>
            <a:ext cx="1220525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0960" tIns="30480" rIns="60960" bIns="3048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solidFill>
                  <a:schemeClr val="bg1"/>
                </a:solidFill>
                <a:latin typeface="Montserrat Light" panose="00000400000000000000" charset="0"/>
              </a:rPr>
              <a:t>Kinematics Analysis</a:t>
            </a:r>
            <a:endParaRPr lang="en-US" sz="1000" dirty="0">
              <a:solidFill>
                <a:schemeClr val="bg1"/>
              </a:solidFill>
              <a:latin typeface="Montserrat Light" panose="00000400000000000000" charset="0"/>
            </a:endParaRPr>
          </a:p>
        </p:txBody>
      </p:sp>
      <p:sp>
        <p:nvSpPr>
          <p:cNvPr id="39" name="Text Box 10">
            <a:extLst>
              <a:ext uri="{FF2B5EF4-FFF2-40B4-BE49-F238E27FC236}">
                <a16:creationId xmlns:a16="http://schemas.microsoft.com/office/drawing/2014/main" id="{BDDE7025-4F4F-47A3-9080-D3C0C52088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5404" y="4367298"/>
            <a:ext cx="1098152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0960" tIns="30480" rIns="60960" bIns="3048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solidFill>
                  <a:schemeClr val="bg1"/>
                </a:solidFill>
                <a:latin typeface="Montserrat Light" panose="00000400000000000000" charset="0"/>
              </a:rPr>
              <a:t>Remote Control</a:t>
            </a:r>
            <a:endParaRPr lang="en-US" sz="1000" dirty="0">
              <a:solidFill>
                <a:schemeClr val="bg1"/>
              </a:solidFill>
              <a:latin typeface="Montserrat Light" panose="00000400000000000000" charset="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9121E80-0005-4DC2-A89E-57C9E79451D9}"/>
              </a:ext>
            </a:extLst>
          </p:cNvPr>
          <p:cNvGrpSpPr>
            <a:grpSpLocks noChangeAspect="1"/>
          </p:cNvGrpSpPr>
          <p:nvPr/>
        </p:nvGrpSpPr>
        <p:grpSpPr>
          <a:xfrm>
            <a:off x="1666080" y="1300923"/>
            <a:ext cx="2311850" cy="2183503"/>
            <a:chOff x="335615" y="1028218"/>
            <a:chExt cx="5395334" cy="5095799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E495188-9B2E-47D0-BA65-C16E82266D4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35615" y="1028218"/>
              <a:ext cx="5395334" cy="5095799"/>
              <a:chOff x="6330862" y="503694"/>
              <a:chExt cx="5395334" cy="5095799"/>
            </a:xfrm>
          </p:grpSpPr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03CDE0E9-2A62-40DA-BEA9-FF01579915D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330862" y="503694"/>
                <a:ext cx="5395334" cy="5095799"/>
              </a:xfrm>
              <a:custGeom>
                <a:avLst/>
                <a:gdLst>
                  <a:gd name="connsiteX0" fmla="*/ 1462942 w 5395334"/>
                  <a:gd name="connsiteY0" fmla="*/ 0 h 5095799"/>
                  <a:gd name="connsiteX1" fmla="*/ 3984988 w 5395334"/>
                  <a:gd name="connsiteY1" fmla="*/ 0 h 5095799"/>
                  <a:gd name="connsiteX2" fmla="*/ 3985441 w 5395334"/>
                  <a:gd name="connsiteY2" fmla="*/ 92 h 5095799"/>
                  <a:gd name="connsiteX3" fmla="*/ 3986349 w 5395334"/>
                  <a:gd name="connsiteY3" fmla="*/ 0 h 5095799"/>
                  <a:gd name="connsiteX4" fmla="*/ 3992111 w 5395334"/>
                  <a:gd name="connsiteY4" fmla="*/ 871 h 5095799"/>
                  <a:gd name="connsiteX5" fmla="*/ 4000743 w 5395334"/>
                  <a:gd name="connsiteY5" fmla="*/ 1 h 5095799"/>
                  <a:gd name="connsiteX6" fmla="*/ 4158030 w 5395334"/>
                  <a:gd name="connsiteY6" fmla="*/ 74177 h 5095799"/>
                  <a:gd name="connsiteX7" fmla="*/ 4166080 w 5395334"/>
                  <a:gd name="connsiteY7" fmla="*/ 87444 h 5095799"/>
                  <a:gd name="connsiteX8" fmla="*/ 4186897 w 5395334"/>
                  <a:gd name="connsiteY8" fmla="*/ 105256 h 5095799"/>
                  <a:gd name="connsiteX9" fmla="*/ 4636731 w 5395334"/>
                  <a:gd name="connsiteY9" fmla="*/ 990052 h 5095799"/>
                  <a:gd name="connsiteX10" fmla="*/ 4637035 w 5395334"/>
                  <a:gd name="connsiteY10" fmla="*/ 993958 h 5095799"/>
                  <a:gd name="connsiteX11" fmla="*/ 5366099 w 5395334"/>
                  <a:gd name="connsiteY11" fmla="*/ 2424827 h 5095799"/>
                  <a:gd name="connsiteX12" fmla="*/ 5373320 w 5395334"/>
                  <a:gd name="connsiteY12" fmla="*/ 2450714 h 5095799"/>
                  <a:gd name="connsiteX13" fmla="*/ 5372392 w 5395334"/>
                  <a:gd name="connsiteY13" fmla="*/ 2458289 h 5095799"/>
                  <a:gd name="connsiteX14" fmla="*/ 5379316 w 5395334"/>
                  <a:gd name="connsiteY14" fmla="*/ 2468559 h 5095799"/>
                  <a:gd name="connsiteX15" fmla="*/ 5395334 w 5395334"/>
                  <a:gd name="connsiteY15" fmla="*/ 2547900 h 5095799"/>
                  <a:gd name="connsiteX16" fmla="*/ 5379316 w 5395334"/>
                  <a:gd name="connsiteY16" fmla="*/ 2627240 h 5095799"/>
                  <a:gd name="connsiteX17" fmla="*/ 5363764 w 5395334"/>
                  <a:gd name="connsiteY17" fmla="*/ 2650306 h 5095799"/>
                  <a:gd name="connsiteX18" fmla="*/ 5364107 w 5395334"/>
                  <a:gd name="connsiteY18" fmla="*/ 2653148 h 5095799"/>
                  <a:gd name="connsiteX19" fmla="*/ 5356836 w 5395334"/>
                  <a:gd name="connsiteY19" fmla="*/ 2679021 h 5095799"/>
                  <a:gd name="connsiteX20" fmla="*/ 4189123 w 5395334"/>
                  <a:gd name="connsiteY20" fmla="*/ 4959727 h 5095799"/>
                  <a:gd name="connsiteX21" fmla="*/ 4172383 w 5395334"/>
                  <a:gd name="connsiteY21" fmla="*/ 4980751 h 5095799"/>
                  <a:gd name="connsiteX22" fmla="*/ 4166445 w 5395334"/>
                  <a:gd name="connsiteY22" fmla="*/ 4984029 h 5095799"/>
                  <a:gd name="connsiteX23" fmla="*/ 4143637 w 5395334"/>
                  <a:gd name="connsiteY23" fmla="*/ 5021623 h 5095799"/>
                  <a:gd name="connsiteX24" fmla="*/ 3986349 w 5395334"/>
                  <a:gd name="connsiteY24" fmla="*/ 5095798 h 5095799"/>
                  <a:gd name="connsiteX25" fmla="*/ 3970285 w 5395334"/>
                  <a:gd name="connsiteY25" fmla="*/ 5094179 h 5095799"/>
                  <a:gd name="connsiteX26" fmla="*/ 3940417 w 5395334"/>
                  <a:gd name="connsiteY26" fmla="*/ 5094179 h 5095799"/>
                  <a:gd name="connsiteX27" fmla="*/ 3932392 w 5395334"/>
                  <a:gd name="connsiteY27" fmla="*/ 5095799 h 5095799"/>
                  <a:gd name="connsiteX28" fmla="*/ 1410346 w 5395334"/>
                  <a:gd name="connsiteY28" fmla="*/ 5095799 h 5095799"/>
                  <a:gd name="connsiteX29" fmla="*/ 1409893 w 5395334"/>
                  <a:gd name="connsiteY29" fmla="*/ 5095708 h 5095799"/>
                  <a:gd name="connsiteX30" fmla="*/ 1408985 w 5395334"/>
                  <a:gd name="connsiteY30" fmla="*/ 5095799 h 5095799"/>
                  <a:gd name="connsiteX31" fmla="*/ 1403223 w 5395334"/>
                  <a:gd name="connsiteY31" fmla="*/ 5094928 h 5095799"/>
                  <a:gd name="connsiteX32" fmla="*/ 1394591 w 5395334"/>
                  <a:gd name="connsiteY32" fmla="*/ 5095798 h 5095799"/>
                  <a:gd name="connsiteX33" fmla="*/ 1206778 w 5395334"/>
                  <a:gd name="connsiteY33" fmla="*/ 4971308 h 5095799"/>
                  <a:gd name="connsiteX34" fmla="*/ 1206697 w 5395334"/>
                  <a:gd name="connsiteY34" fmla="*/ 4970904 h 5095799"/>
                  <a:gd name="connsiteX35" fmla="*/ 1195395 w 5395334"/>
                  <a:gd name="connsiteY35" fmla="*/ 4961234 h 5095799"/>
                  <a:gd name="connsiteX36" fmla="*/ 838951 w 5395334"/>
                  <a:gd name="connsiteY36" fmla="*/ 4260131 h 5095799"/>
                  <a:gd name="connsiteX37" fmla="*/ 29235 w 5395334"/>
                  <a:gd name="connsiteY37" fmla="*/ 2670972 h 5095799"/>
                  <a:gd name="connsiteX38" fmla="*/ 22014 w 5395334"/>
                  <a:gd name="connsiteY38" fmla="*/ 2645085 h 5095799"/>
                  <a:gd name="connsiteX39" fmla="*/ 22942 w 5395334"/>
                  <a:gd name="connsiteY39" fmla="*/ 2637511 h 5095799"/>
                  <a:gd name="connsiteX40" fmla="*/ 16019 w 5395334"/>
                  <a:gd name="connsiteY40" fmla="*/ 2627240 h 5095799"/>
                  <a:gd name="connsiteX41" fmla="*/ 0 w 5395334"/>
                  <a:gd name="connsiteY41" fmla="*/ 2547900 h 5095799"/>
                  <a:gd name="connsiteX42" fmla="*/ 16019 w 5395334"/>
                  <a:gd name="connsiteY42" fmla="*/ 2468559 h 5095799"/>
                  <a:gd name="connsiteX43" fmla="*/ 31570 w 5395334"/>
                  <a:gd name="connsiteY43" fmla="*/ 2445493 h 5095799"/>
                  <a:gd name="connsiteX44" fmla="*/ 31227 w 5395334"/>
                  <a:gd name="connsiteY44" fmla="*/ 2442651 h 5095799"/>
                  <a:gd name="connsiteX45" fmla="*/ 38498 w 5395334"/>
                  <a:gd name="connsiteY45" fmla="*/ 2416779 h 5095799"/>
                  <a:gd name="connsiteX46" fmla="*/ 1206211 w 5395334"/>
                  <a:gd name="connsiteY46" fmla="*/ 136072 h 5095799"/>
                  <a:gd name="connsiteX47" fmla="*/ 1222951 w 5395334"/>
                  <a:gd name="connsiteY47" fmla="*/ 115048 h 5095799"/>
                  <a:gd name="connsiteX48" fmla="*/ 1228889 w 5395334"/>
                  <a:gd name="connsiteY48" fmla="*/ 111770 h 5095799"/>
                  <a:gd name="connsiteX49" fmla="*/ 1251698 w 5395334"/>
                  <a:gd name="connsiteY49" fmla="*/ 74176 h 5095799"/>
                  <a:gd name="connsiteX50" fmla="*/ 1408985 w 5395334"/>
                  <a:gd name="connsiteY50" fmla="*/ 1 h 5095799"/>
                  <a:gd name="connsiteX51" fmla="*/ 1425049 w 5395334"/>
                  <a:gd name="connsiteY51" fmla="*/ 1621 h 5095799"/>
                  <a:gd name="connsiteX52" fmla="*/ 1454917 w 5395334"/>
                  <a:gd name="connsiteY52" fmla="*/ 1621 h 50957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</a:cxnLst>
                <a:rect l="l" t="t" r="r" b="b"/>
                <a:pathLst>
                  <a:path w="5395334" h="5095799">
                    <a:moveTo>
                      <a:pt x="1462942" y="0"/>
                    </a:moveTo>
                    <a:lnTo>
                      <a:pt x="3984988" y="0"/>
                    </a:lnTo>
                    <a:lnTo>
                      <a:pt x="3985441" y="92"/>
                    </a:lnTo>
                    <a:lnTo>
                      <a:pt x="3986349" y="0"/>
                    </a:lnTo>
                    <a:lnTo>
                      <a:pt x="3992111" y="871"/>
                    </a:lnTo>
                    <a:lnTo>
                      <a:pt x="4000743" y="1"/>
                    </a:lnTo>
                    <a:cubicBezTo>
                      <a:pt x="4064066" y="1"/>
                      <a:pt x="4120644" y="28876"/>
                      <a:pt x="4158030" y="74177"/>
                    </a:cubicBezTo>
                    <a:lnTo>
                      <a:pt x="4166080" y="87444"/>
                    </a:lnTo>
                    <a:lnTo>
                      <a:pt x="4186897" y="105256"/>
                    </a:lnTo>
                    <a:lnTo>
                      <a:pt x="4636731" y="990052"/>
                    </a:lnTo>
                    <a:lnTo>
                      <a:pt x="4637035" y="993958"/>
                    </a:lnTo>
                    <a:lnTo>
                      <a:pt x="5366099" y="2424827"/>
                    </a:lnTo>
                    <a:cubicBezTo>
                      <a:pt x="5370342" y="2433153"/>
                      <a:pt x="5372696" y="2441945"/>
                      <a:pt x="5373320" y="2450714"/>
                    </a:cubicBezTo>
                    <a:lnTo>
                      <a:pt x="5372392" y="2458289"/>
                    </a:lnTo>
                    <a:lnTo>
                      <a:pt x="5379316" y="2468559"/>
                    </a:lnTo>
                    <a:cubicBezTo>
                      <a:pt x="5389631" y="2492945"/>
                      <a:pt x="5395334" y="2519756"/>
                      <a:pt x="5395334" y="2547900"/>
                    </a:cubicBezTo>
                    <a:cubicBezTo>
                      <a:pt x="5395334" y="2576042"/>
                      <a:pt x="5389631" y="2602854"/>
                      <a:pt x="5379316" y="2627240"/>
                    </a:cubicBezTo>
                    <a:lnTo>
                      <a:pt x="5363764" y="2650306"/>
                    </a:lnTo>
                    <a:lnTo>
                      <a:pt x="5364107" y="2653148"/>
                    </a:lnTo>
                    <a:cubicBezTo>
                      <a:pt x="5363465" y="2661916"/>
                      <a:pt x="5361095" y="2670703"/>
                      <a:pt x="5356836" y="2679021"/>
                    </a:cubicBezTo>
                    <a:lnTo>
                      <a:pt x="4189123" y="4959727"/>
                    </a:lnTo>
                    <a:cubicBezTo>
                      <a:pt x="4184864" y="4968044"/>
                      <a:pt x="4179122" y="4975105"/>
                      <a:pt x="4172383" y="4980751"/>
                    </a:cubicBezTo>
                    <a:lnTo>
                      <a:pt x="4166445" y="4984029"/>
                    </a:lnTo>
                    <a:lnTo>
                      <a:pt x="4143637" y="5021623"/>
                    </a:lnTo>
                    <a:cubicBezTo>
                      <a:pt x="4106251" y="5066924"/>
                      <a:pt x="4049673" y="5095798"/>
                      <a:pt x="3986349" y="5095798"/>
                    </a:cubicBezTo>
                    <a:lnTo>
                      <a:pt x="3970285" y="5094179"/>
                    </a:lnTo>
                    <a:lnTo>
                      <a:pt x="3940417" y="5094179"/>
                    </a:lnTo>
                    <a:lnTo>
                      <a:pt x="3932392" y="5095799"/>
                    </a:lnTo>
                    <a:lnTo>
                      <a:pt x="1410346" y="5095799"/>
                    </a:lnTo>
                    <a:lnTo>
                      <a:pt x="1409893" y="5095708"/>
                    </a:lnTo>
                    <a:lnTo>
                      <a:pt x="1408985" y="5095799"/>
                    </a:lnTo>
                    <a:lnTo>
                      <a:pt x="1403223" y="5094928"/>
                    </a:lnTo>
                    <a:lnTo>
                      <a:pt x="1394591" y="5095798"/>
                    </a:lnTo>
                    <a:cubicBezTo>
                      <a:pt x="1310161" y="5095798"/>
                      <a:pt x="1237720" y="5044466"/>
                      <a:pt x="1206778" y="4971308"/>
                    </a:cubicBezTo>
                    <a:lnTo>
                      <a:pt x="1206697" y="4970904"/>
                    </a:lnTo>
                    <a:lnTo>
                      <a:pt x="1195395" y="4961234"/>
                    </a:lnTo>
                    <a:lnTo>
                      <a:pt x="838951" y="4260131"/>
                    </a:lnTo>
                    <a:lnTo>
                      <a:pt x="29235" y="2670972"/>
                    </a:lnTo>
                    <a:cubicBezTo>
                      <a:pt x="24992" y="2662646"/>
                      <a:pt x="22638" y="2653855"/>
                      <a:pt x="22014" y="2645085"/>
                    </a:cubicBezTo>
                    <a:lnTo>
                      <a:pt x="22942" y="2637511"/>
                    </a:lnTo>
                    <a:lnTo>
                      <a:pt x="16019" y="2627240"/>
                    </a:lnTo>
                    <a:cubicBezTo>
                      <a:pt x="5703" y="2602854"/>
                      <a:pt x="0" y="2576044"/>
                      <a:pt x="0" y="2547900"/>
                    </a:cubicBezTo>
                    <a:cubicBezTo>
                      <a:pt x="0" y="2519757"/>
                      <a:pt x="5703" y="2492945"/>
                      <a:pt x="16019" y="2468559"/>
                    </a:cubicBezTo>
                    <a:lnTo>
                      <a:pt x="31570" y="2445493"/>
                    </a:lnTo>
                    <a:lnTo>
                      <a:pt x="31227" y="2442651"/>
                    </a:lnTo>
                    <a:cubicBezTo>
                      <a:pt x="31869" y="2433883"/>
                      <a:pt x="34240" y="2425097"/>
                      <a:pt x="38498" y="2416779"/>
                    </a:cubicBezTo>
                    <a:lnTo>
                      <a:pt x="1206211" y="136072"/>
                    </a:lnTo>
                    <a:cubicBezTo>
                      <a:pt x="1210470" y="127755"/>
                      <a:pt x="1216212" y="120694"/>
                      <a:pt x="1222951" y="115048"/>
                    </a:cubicBezTo>
                    <a:lnTo>
                      <a:pt x="1228889" y="111770"/>
                    </a:lnTo>
                    <a:lnTo>
                      <a:pt x="1251698" y="74176"/>
                    </a:lnTo>
                    <a:cubicBezTo>
                      <a:pt x="1289084" y="28876"/>
                      <a:pt x="1345662" y="1"/>
                      <a:pt x="1408985" y="1"/>
                    </a:cubicBezTo>
                    <a:lnTo>
                      <a:pt x="1425049" y="1621"/>
                    </a:lnTo>
                    <a:lnTo>
                      <a:pt x="1454917" y="162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28A86ECA-5AAF-4ADA-BCBB-C99199CE0EC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801786" y="948473"/>
                <a:ext cx="4453485" cy="4206240"/>
              </a:xfrm>
              <a:custGeom>
                <a:avLst/>
                <a:gdLst>
                  <a:gd name="connsiteX0" fmla="*/ 1462942 w 5395334"/>
                  <a:gd name="connsiteY0" fmla="*/ 0 h 5095799"/>
                  <a:gd name="connsiteX1" fmla="*/ 3984988 w 5395334"/>
                  <a:gd name="connsiteY1" fmla="*/ 0 h 5095799"/>
                  <a:gd name="connsiteX2" fmla="*/ 3985441 w 5395334"/>
                  <a:gd name="connsiteY2" fmla="*/ 92 h 5095799"/>
                  <a:gd name="connsiteX3" fmla="*/ 3986349 w 5395334"/>
                  <a:gd name="connsiteY3" fmla="*/ 0 h 5095799"/>
                  <a:gd name="connsiteX4" fmla="*/ 3992111 w 5395334"/>
                  <a:gd name="connsiteY4" fmla="*/ 871 h 5095799"/>
                  <a:gd name="connsiteX5" fmla="*/ 4000743 w 5395334"/>
                  <a:gd name="connsiteY5" fmla="*/ 1 h 5095799"/>
                  <a:gd name="connsiteX6" fmla="*/ 4158030 w 5395334"/>
                  <a:gd name="connsiteY6" fmla="*/ 74177 h 5095799"/>
                  <a:gd name="connsiteX7" fmla="*/ 4166080 w 5395334"/>
                  <a:gd name="connsiteY7" fmla="*/ 87444 h 5095799"/>
                  <a:gd name="connsiteX8" fmla="*/ 4186897 w 5395334"/>
                  <a:gd name="connsiteY8" fmla="*/ 105256 h 5095799"/>
                  <a:gd name="connsiteX9" fmla="*/ 4636731 w 5395334"/>
                  <a:gd name="connsiteY9" fmla="*/ 990052 h 5095799"/>
                  <a:gd name="connsiteX10" fmla="*/ 4637035 w 5395334"/>
                  <a:gd name="connsiteY10" fmla="*/ 993958 h 5095799"/>
                  <a:gd name="connsiteX11" fmla="*/ 5366099 w 5395334"/>
                  <a:gd name="connsiteY11" fmla="*/ 2424827 h 5095799"/>
                  <a:gd name="connsiteX12" fmla="*/ 5373320 w 5395334"/>
                  <a:gd name="connsiteY12" fmla="*/ 2450714 h 5095799"/>
                  <a:gd name="connsiteX13" fmla="*/ 5372392 w 5395334"/>
                  <a:gd name="connsiteY13" fmla="*/ 2458289 h 5095799"/>
                  <a:gd name="connsiteX14" fmla="*/ 5379316 w 5395334"/>
                  <a:gd name="connsiteY14" fmla="*/ 2468559 h 5095799"/>
                  <a:gd name="connsiteX15" fmla="*/ 5395334 w 5395334"/>
                  <a:gd name="connsiteY15" fmla="*/ 2547900 h 5095799"/>
                  <a:gd name="connsiteX16" fmla="*/ 5379316 w 5395334"/>
                  <a:gd name="connsiteY16" fmla="*/ 2627240 h 5095799"/>
                  <a:gd name="connsiteX17" fmla="*/ 5363764 w 5395334"/>
                  <a:gd name="connsiteY17" fmla="*/ 2650306 h 5095799"/>
                  <a:gd name="connsiteX18" fmla="*/ 5364107 w 5395334"/>
                  <a:gd name="connsiteY18" fmla="*/ 2653148 h 5095799"/>
                  <a:gd name="connsiteX19" fmla="*/ 5356836 w 5395334"/>
                  <a:gd name="connsiteY19" fmla="*/ 2679021 h 5095799"/>
                  <a:gd name="connsiteX20" fmla="*/ 4189123 w 5395334"/>
                  <a:gd name="connsiteY20" fmla="*/ 4959727 h 5095799"/>
                  <a:gd name="connsiteX21" fmla="*/ 4172383 w 5395334"/>
                  <a:gd name="connsiteY21" fmla="*/ 4980751 h 5095799"/>
                  <a:gd name="connsiteX22" fmla="*/ 4166445 w 5395334"/>
                  <a:gd name="connsiteY22" fmla="*/ 4984029 h 5095799"/>
                  <a:gd name="connsiteX23" fmla="*/ 4143637 w 5395334"/>
                  <a:gd name="connsiteY23" fmla="*/ 5021623 h 5095799"/>
                  <a:gd name="connsiteX24" fmla="*/ 3986349 w 5395334"/>
                  <a:gd name="connsiteY24" fmla="*/ 5095798 h 5095799"/>
                  <a:gd name="connsiteX25" fmla="*/ 3970285 w 5395334"/>
                  <a:gd name="connsiteY25" fmla="*/ 5094179 h 5095799"/>
                  <a:gd name="connsiteX26" fmla="*/ 3940417 w 5395334"/>
                  <a:gd name="connsiteY26" fmla="*/ 5094179 h 5095799"/>
                  <a:gd name="connsiteX27" fmla="*/ 3932392 w 5395334"/>
                  <a:gd name="connsiteY27" fmla="*/ 5095799 h 5095799"/>
                  <a:gd name="connsiteX28" fmla="*/ 1410346 w 5395334"/>
                  <a:gd name="connsiteY28" fmla="*/ 5095799 h 5095799"/>
                  <a:gd name="connsiteX29" fmla="*/ 1409893 w 5395334"/>
                  <a:gd name="connsiteY29" fmla="*/ 5095708 h 5095799"/>
                  <a:gd name="connsiteX30" fmla="*/ 1408985 w 5395334"/>
                  <a:gd name="connsiteY30" fmla="*/ 5095799 h 5095799"/>
                  <a:gd name="connsiteX31" fmla="*/ 1403223 w 5395334"/>
                  <a:gd name="connsiteY31" fmla="*/ 5094928 h 5095799"/>
                  <a:gd name="connsiteX32" fmla="*/ 1394591 w 5395334"/>
                  <a:gd name="connsiteY32" fmla="*/ 5095798 h 5095799"/>
                  <a:gd name="connsiteX33" fmla="*/ 1206778 w 5395334"/>
                  <a:gd name="connsiteY33" fmla="*/ 4971308 h 5095799"/>
                  <a:gd name="connsiteX34" fmla="*/ 1206697 w 5395334"/>
                  <a:gd name="connsiteY34" fmla="*/ 4970904 h 5095799"/>
                  <a:gd name="connsiteX35" fmla="*/ 1195395 w 5395334"/>
                  <a:gd name="connsiteY35" fmla="*/ 4961234 h 5095799"/>
                  <a:gd name="connsiteX36" fmla="*/ 838951 w 5395334"/>
                  <a:gd name="connsiteY36" fmla="*/ 4260131 h 5095799"/>
                  <a:gd name="connsiteX37" fmla="*/ 29235 w 5395334"/>
                  <a:gd name="connsiteY37" fmla="*/ 2670972 h 5095799"/>
                  <a:gd name="connsiteX38" fmla="*/ 22014 w 5395334"/>
                  <a:gd name="connsiteY38" fmla="*/ 2645085 h 5095799"/>
                  <a:gd name="connsiteX39" fmla="*/ 22942 w 5395334"/>
                  <a:gd name="connsiteY39" fmla="*/ 2637511 h 5095799"/>
                  <a:gd name="connsiteX40" fmla="*/ 16019 w 5395334"/>
                  <a:gd name="connsiteY40" fmla="*/ 2627240 h 5095799"/>
                  <a:gd name="connsiteX41" fmla="*/ 0 w 5395334"/>
                  <a:gd name="connsiteY41" fmla="*/ 2547900 h 5095799"/>
                  <a:gd name="connsiteX42" fmla="*/ 16019 w 5395334"/>
                  <a:gd name="connsiteY42" fmla="*/ 2468559 h 5095799"/>
                  <a:gd name="connsiteX43" fmla="*/ 31570 w 5395334"/>
                  <a:gd name="connsiteY43" fmla="*/ 2445493 h 5095799"/>
                  <a:gd name="connsiteX44" fmla="*/ 31227 w 5395334"/>
                  <a:gd name="connsiteY44" fmla="*/ 2442651 h 5095799"/>
                  <a:gd name="connsiteX45" fmla="*/ 38498 w 5395334"/>
                  <a:gd name="connsiteY45" fmla="*/ 2416779 h 5095799"/>
                  <a:gd name="connsiteX46" fmla="*/ 1206211 w 5395334"/>
                  <a:gd name="connsiteY46" fmla="*/ 136072 h 5095799"/>
                  <a:gd name="connsiteX47" fmla="*/ 1222951 w 5395334"/>
                  <a:gd name="connsiteY47" fmla="*/ 115048 h 5095799"/>
                  <a:gd name="connsiteX48" fmla="*/ 1228889 w 5395334"/>
                  <a:gd name="connsiteY48" fmla="*/ 111770 h 5095799"/>
                  <a:gd name="connsiteX49" fmla="*/ 1251698 w 5395334"/>
                  <a:gd name="connsiteY49" fmla="*/ 74176 h 5095799"/>
                  <a:gd name="connsiteX50" fmla="*/ 1408985 w 5395334"/>
                  <a:gd name="connsiteY50" fmla="*/ 1 h 5095799"/>
                  <a:gd name="connsiteX51" fmla="*/ 1425049 w 5395334"/>
                  <a:gd name="connsiteY51" fmla="*/ 1621 h 5095799"/>
                  <a:gd name="connsiteX52" fmla="*/ 1454917 w 5395334"/>
                  <a:gd name="connsiteY52" fmla="*/ 1621 h 50957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</a:cxnLst>
                <a:rect l="l" t="t" r="r" b="b"/>
                <a:pathLst>
                  <a:path w="5395334" h="5095799">
                    <a:moveTo>
                      <a:pt x="1462942" y="0"/>
                    </a:moveTo>
                    <a:lnTo>
                      <a:pt x="3984988" y="0"/>
                    </a:lnTo>
                    <a:lnTo>
                      <a:pt x="3985441" y="92"/>
                    </a:lnTo>
                    <a:lnTo>
                      <a:pt x="3986349" y="0"/>
                    </a:lnTo>
                    <a:lnTo>
                      <a:pt x="3992111" y="871"/>
                    </a:lnTo>
                    <a:lnTo>
                      <a:pt x="4000743" y="1"/>
                    </a:lnTo>
                    <a:cubicBezTo>
                      <a:pt x="4064066" y="1"/>
                      <a:pt x="4120644" y="28876"/>
                      <a:pt x="4158030" y="74177"/>
                    </a:cubicBezTo>
                    <a:lnTo>
                      <a:pt x="4166080" y="87444"/>
                    </a:lnTo>
                    <a:lnTo>
                      <a:pt x="4186897" y="105256"/>
                    </a:lnTo>
                    <a:lnTo>
                      <a:pt x="4636731" y="990052"/>
                    </a:lnTo>
                    <a:lnTo>
                      <a:pt x="4637035" y="993958"/>
                    </a:lnTo>
                    <a:lnTo>
                      <a:pt x="5366099" y="2424827"/>
                    </a:lnTo>
                    <a:cubicBezTo>
                      <a:pt x="5370342" y="2433153"/>
                      <a:pt x="5372696" y="2441945"/>
                      <a:pt x="5373320" y="2450714"/>
                    </a:cubicBezTo>
                    <a:lnTo>
                      <a:pt x="5372392" y="2458289"/>
                    </a:lnTo>
                    <a:lnTo>
                      <a:pt x="5379316" y="2468559"/>
                    </a:lnTo>
                    <a:cubicBezTo>
                      <a:pt x="5389631" y="2492945"/>
                      <a:pt x="5395334" y="2519756"/>
                      <a:pt x="5395334" y="2547900"/>
                    </a:cubicBezTo>
                    <a:cubicBezTo>
                      <a:pt x="5395334" y="2576042"/>
                      <a:pt x="5389631" y="2602854"/>
                      <a:pt x="5379316" y="2627240"/>
                    </a:cubicBezTo>
                    <a:lnTo>
                      <a:pt x="5363764" y="2650306"/>
                    </a:lnTo>
                    <a:lnTo>
                      <a:pt x="5364107" y="2653148"/>
                    </a:lnTo>
                    <a:cubicBezTo>
                      <a:pt x="5363465" y="2661916"/>
                      <a:pt x="5361095" y="2670703"/>
                      <a:pt x="5356836" y="2679021"/>
                    </a:cubicBezTo>
                    <a:lnTo>
                      <a:pt x="4189123" y="4959727"/>
                    </a:lnTo>
                    <a:cubicBezTo>
                      <a:pt x="4184864" y="4968044"/>
                      <a:pt x="4179122" y="4975105"/>
                      <a:pt x="4172383" y="4980751"/>
                    </a:cubicBezTo>
                    <a:lnTo>
                      <a:pt x="4166445" y="4984029"/>
                    </a:lnTo>
                    <a:lnTo>
                      <a:pt x="4143637" y="5021623"/>
                    </a:lnTo>
                    <a:cubicBezTo>
                      <a:pt x="4106251" y="5066924"/>
                      <a:pt x="4049673" y="5095798"/>
                      <a:pt x="3986349" y="5095798"/>
                    </a:cubicBezTo>
                    <a:lnTo>
                      <a:pt x="3970285" y="5094179"/>
                    </a:lnTo>
                    <a:lnTo>
                      <a:pt x="3940417" y="5094179"/>
                    </a:lnTo>
                    <a:lnTo>
                      <a:pt x="3932392" y="5095799"/>
                    </a:lnTo>
                    <a:lnTo>
                      <a:pt x="1410346" y="5095799"/>
                    </a:lnTo>
                    <a:lnTo>
                      <a:pt x="1409893" y="5095708"/>
                    </a:lnTo>
                    <a:lnTo>
                      <a:pt x="1408985" y="5095799"/>
                    </a:lnTo>
                    <a:lnTo>
                      <a:pt x="1403223" y="5094928"/>
                    </a:lnTo>
                    <a:lnTo>
                      <a:pt x="1394591" y="5095798"/>
                    </a:lnTo>
                    <a:cubicBezTo>
                      <a:pt x="1310161" y="5095798"/>
                      <a:pt x="1237720" y="5044466"/>
                      <a:pt x="1206778" y="4971308"/>
                    </a:cubicBezTo>
                    <a:lnTo>
                      <a:pt x="1206697" y="4970904"/>
                    </a:lnTo>
                    <a:lnTo>
                      <a:pt x="1195395" y="4961234"/>
                    </a:lnTo>
                    <a:lnTo>
                      <a:pt x="838951" y="4260131"/>
                    </a:lnTo>
                    <a:lnTo>
                      <a:pt x="29235" y="2670972"/>
                    </a:lnTo>
                    <a:cubicBezTo>
                      <a:pt x="24992" y="2662646"/>
                      <a:pt x="22638" y="2653855"/>
                      <a:pt x="22014" y="2645085"/>
                    </a:cubicBezTo>
                    <a:lnTo>
                      <a:pt x="22942" y="2637511"/>
                    </a:lnTo>
                    <a:lnTo>
                      <a:pt x="16019" y="2627240"/>
                    </a:lnTo>
                    <a:cubicBezTo>
                      <a:pt x="5703" y="2602854"/>
                      <a:pt x="0" y="2576044"/>
                      <a:pt x="0" y="2547900"/>
                    </a:cubicBezTo>
                    <a:cubicBezTo>
                      <a:pt x="0" y="2519757"/>
                      <a:pt x="5703" y="2492945"/>
                      <a:pt x="16019" y="2468559"/>
                    </a:cubicBezTo>
                    <a:lnTo>
                      <a:pt x="31570" y="2445493"/>
                    </a:lnTo>
                    <a:lnTo>
                      <a:pt x="31227" y="2442651"/>
                    </a:lnTo>
                    <a:cubicBezTo>
                      <a:pt x="31869" y="2433883"/>
                      <a:pt x="34240" y="2425097"/>
                      <a:pt x="38498" y="2416779"/>
                    </a:cubicBezTo>
                    <a:lnTo>
                      <a:pt x="1206211" y="136072"/>
                    </a:lnTo>
                    <a:cubicBezTo>
                      <a:pt x="1210470" y="127755"/>
                      <a:pt x="1216212" y="120694"/>
                      <a:pt x="1222951" y="115048"/>
                    </a:cubicBezTo>
                    <a:lnTo>
                      <a:pt x="1228889" y="111770"/>
                    </a:lnTo>
                    <a:lnTo>
                      <a:pt x="1251698" y="74176"/>
                    </a:lnTo>
                    <a:cubicBezTo>
                      <a:pt x="1289084" y="28876"/>
                      <a:pt x="1345662" y="1"/>
                      <a:pt x="1408985" y="1"/>
                    </a:cubicBezTo>
                    <a:lnTo>
                      <a:pt x="1425049" y="1621"/>
                    </a:lnTo>
                    <a:lnTo>
                      <a:pt x="1454917" y="1621"/>
                    </a:lnTo>
                    <a:close/>
                  </a:path>
                </a:pathLst>
              </a:custGeom>
              <a:solidFill>
                <a:srgbClr val="FE4A1E"/>
              </a:solidFill>
              <a:ln>
                <a:noFill/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</p:grp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F64A6119-5B91-4618-9A36-5442E830C0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95921" y="1935281"/>
              <a:ext cx="3474720" cy="3281813"/>
            </a:xfrm>
            <a:custGeom>
              <a:avLst/>
              <a:gdLst>
                <a:gd name="connsiteX0" fmla="*/ 1462942 w 5395334"/>
                <a:gd name="connsiteY0" fmla="*/ 0 h 5095799"/>
                <a:gd name="connsiteX1" fmla="*/ 3984988 w 5395334"/>
                <a:gd name="connsiteY1" fmla="*/ 0 h 5095799"/>
                <a:gd name="connsiteX2" fmla="*/ 3985441 w 5395334"/>
                <a:gd name="connsiteY2" fmla="*/ 92 h 5095799"/>
                <a:gd name="connsiteX3" fmla="*/ 3986349 w 5395334"/>
                <a:gd name="connsiteY3" fmla="*/ 0 h 5095799"/>
                <a:gd name="connsiteX4" fmla="*/ 3992111 w 5395334"/>
                <a:gd name="connsiteY4" fmla="*/ 871 h 5095799"/>
                <a:gd name="connsiteX5" fmla="*/ 4000743 w 5395334"/>
                <a:gd name="connsiteY5" fmla="*/ 1 h 5095799"/>
                <a:gd name="connsiteX6" fmla="*/ 4158030 w 5395334"/>
                <a:gd name="connsiteY6" fmla="*/ 74177 h 5095799"/>
                <a:gd name="connsiteX7" fmla="*/ 4166080 w 5395334"/>
                <a:gd name="connsiteY7" fmla="*/ 87444 h 5095799"/>
                <a:gd name="connsiteX8" fmla="*/ 4186897 w 5395334"/>
                <a:gd name="connsiteY8" fmla="*/ 105256 h 5095799"/>
                <a:gd name="connsiteX9" fmla="*/ 4636731 w 5395334"/>
                <a:gd name="connsiteY9" fmla="*/ 990052 h 5095799"/>
                <a:gd name="connsiteX10" fmla="*/ 4637035 w 5395334"/>
                <a:gd name="connsiteY10" fmla="*/ 993958 h 5095799"/>
                <a:gd name="connsiteX11" fmla="*/ 5366099 w 5395334"/>
                <a:gd name="connsiteY11" fmla="*/ 2424827 h 5095799"/>
                <a:gd name="connsiteX12" fmla="*/ 5373320 w 5395334"/>
                <a:gd name="connsiteY12" fmla="*/ 2450714 h 5095799"/>
                <a:gd name="connsiteX13" fmla="*/ 5372392 w 5395334"/>
                <a:gd name="connsiteY13" fmla="*/ 2458289 h 5095799"/>
                <a:gd name="connsiteX14" fmla="*/ 5379316 w 5395334"/>
                <a:gd name="connsiteY14" fmla="*/ 2468559 h 5095799"/>
                <a:gd name="connsiteX15" fmla="*/ 5395334 w 5395334"/>
                <a:gd name="connsiteY15" fmla="*/ 2547900 h 5095799"/>
                <a:gd name="connsiteX16" fmla="*/ 5379316 w 5395334"/>
                <a:gd name="connsiteY16" fmla="*/ 2627240 h 5095799"/>
                <a:gd name="connsiteX17" fmla="*/ 5363764 w 5395334"/>
                <a:gd name="connsiteY17" fmla="*/ 2650306 h 5095799"/>
                <a:gd name="connsiteX18" fmla="*/ 5364107 w 5395334"/>
                <a:gd name="connsiteY18" fmla="*/ 2653148 h 5095799"/>
                <a:gd name="connsiteX19" fmla="*/ 5356836 w 5395334"/>
                <a:gd name="connsiteY19" fmla="*/ 2679021 h 5095799"/>
                <a:gd name="connsiteX20" fmla="*/ 4189123 w 5395334"/>
                <a:gd name="connsiteY20" fmla="*/ 4959727 h 5095799"/>
                <a:gd name="connsiteX21" fmla="*/ 4172383 w 5395334"/>
                <a:gd name="connsiteY21" fmla="*/ 4980751 h 5095799"/>
                <a:gd name="connsiteX22" fmla="*/ 4166445 w 5395334"/>
                <a:gd name="connsiteY22" fmla="*/ 4984029 h 5095799"/>
                <a:gd name="connsiteX23" fmla="*/ 4143637 w 5395334"/>
                <a:gd name="connsiteY23" fmla="*/ 5021623 h 5095799"/>
                <a:gd name="connsiteX24" fmla="*/ 3986349 w 5395334"/>
                <a:gd name="connsiteY24" fmla="*/ 5095798 h 5095799"/>
                <a:gd name="connsiteX25" fmla="*/ 3970285 w 5395334"/>
                <a:gd name="connsiteY25" fmla="*/ 5094179 h 5095799"/>
                <a:gd name="connsiteX26" fmla="*/ 3940417 w 5395334"/>
                <a:gd name="connsiteY26" fmla="*/ 5094179 h 5095799"/>
                <a:gd name="connsiteX27" fmla="*/ 3932392 w 5395334"/>
                <a:gd name="connsiteY27" fmla="*/ 5095799 h 5095799"/>
                <a:gd name="connsiteX28" fmla="*/ 1410346 w 5395334"/>
                <a:gd name="connsiteY28" fmla="*/ 5095799 h 5095799"/>
                <a:gd name="connsiteX29" fmla="*/ 1409893 w 5395334"/>
                <a:gd name="connsiteY29" fmla="*/ 5095708 h 5095799"/>
                <a:gd name="connsiteX30" fmla="*/ 1408985 w 5395334"/>
                <a:gd name="connsiteY30" fmla="*/ 5095799 h 5095799"/>
                <a:gd name="connsiteX31" fmla="*/ 1403223 w 5395334"/>
                <a:gd name="connsiteY31" fmla="*/ 5094928 h 5095799"/>
                <a:gd name="connsiteX32" fmla="*/ 1394591 w 5395334"/>
                <a:gd name="connsiteY32" fmla="*/ 5095798 h 5095799"/>
                <a:gd name="connsiteX33" fmla="*/ 1206778 w 5395334"/>
                <a:gd name="connsiteY33" fmla="*/ 4971308 h 5095799"/>
                <a:gd name="connsiteX34" fmla="*/ 1206697 w 5395334"/>
                <a:gd name="connsiteY34" fmla="*/ 4970904 h 5095799"/>
                <a:gd name="connsiteX35" fmla="*/ 1195395 w 5395334"/>
                <a:gd name="connsiteY35" fmla="*/ 4961234 h 5095799"/>
                <a:gd name="connsiteX36" fmla="*/ 838951 w 5395334"/>
                <a:gd name="connsiteY36" fmla="*/ 4260131 h 5095799"/>
                <a:gd name="connsiteX37" fmla="*/ 29235 w 5395334"/>
                <a:gd name="connsiteY37" fmla="*/ 2670972 h 5095799"/>
                <a:gd name="connsiteX38" fmla="*/ 22014 w 5395334"/>
                <a:gd name="connsiteY38" fmla="*/ 2645085 h 5095799"/>
                <a:gd name="connsiteX39" fmla="*/ 22942 w 5395334"/>
                <a:gd name="connsiteY39" fmla="*/ 2637511 h 5095799"/>
                <a:gd name="connsiteX40" fmla="*/ 16019 w 5395334"/>
                <a:gd name="connsiteY40" fmla="*/ 2627240 h 5095799"/>
                <a:gd name="connsiteX41" fmla="*/ 0 w 5395334"/>
                <a:gd name="connsiteY41" fmla="*/ 2547900 h 5095799"/>
                <a:gd name="connsiteX42" fmla="*/ 16019 w 5395334"/>
                <a:gd name="connsiteY42" fmla="*/ 2468559 h 5095799"/>
                <a:gd name="connsiteX43" fmla="*/ 31570 w 5395334"/>
                <a:gd name="connsiteY43" fmla="*/ 2445493 h 5095799"/>
                <a:gd name="connsiteX44" fmla="*/ 31227 w 5395334"/>
                <a:gd name="connsiteY44" fmla="*/ 2442651 h 5095799"/>
                <a:gd name="connsiteX45" fmla="*/ 38498 w 5395334"/>
                <a:gd name="connsiteY45" fmla="*/ 2416779 h 5095799"/>
                <a:gd name="connsiteX46" fmla="*/ 1206211 w 5395334"/>
                <a:gd name="connsiteY46" fmla="*/ 136072 h 5095799"/>
                <a:gd name="connsiteX47" fmla="*/ 1222951 w 5395334"/>
                <a:gd name="connsiteY47" fmla="*/ 115048 h 5095799"/>
                <a:gd name="connsiteX48" fmla="*/ 1228889 w 5395334"/>
                <a:gd name="connsiteY48" fmla="*/ 111770 h 5095799"/>
                <a:gd name="connsiteX49" fmla="*/ 1251698 w 5395334"/>
                <a:gd name="connsiteY49" fmla="*/ 74176 h 5095799"/>
                <a:gd name="connsiteX50" fmla="*/ 1408985 w 5395334"/>
                <a:gd name="connsiteY50" fmla="*/ 1 h 5095799"/>
                <a:gd name="connsiteX51" fmla="*/ 1425049 w 5395334"/>
                <a:gd name="connsiteY51" fmla="*/ 1621 h 5095799"/>
                <a:gd name="connsiteX52" fmla="*/ 1454917 w 5395334"/>
                <a:gd name="connsiteY52" fmla="*/ 1621 h 50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395334" h="5095799">
                  <a:moveTo>
                    <a:pt x="1462942" y="0"/>
                  </a:moveTo>
                  <a:lnTo>
                    <a:pt x="3984988" y="0"/>
                  </a:lnTo>
                  <a:lnTo>
                    <a:pt x="3985441" y="92"/>
                  </a:lnTo>
                  <a:lnTo>
                    <a:pt x="3986349" y="0"/>
                  </a:lnTo>
                  <a:lnTo>
                    <a:pt x="3992111" y="871"/>
                  </a:lnTo>
                  <a:lnTo>
                    <a:pt x="4000743" y="1"/>
                  </a:lnTo>
                  <a:cubicBezTo>
                    <a:pt x="4064066" y="1"/>
                    <a:pt x="4120644" y="28876"/>
                    <a:pt x="4158030" y="74177"/>
                  </a:cubicBezTo>
                  <a:lnTo>
                    <a:pt x="4166080" y="87444"/>
                  </a:lnTo>
                  <a:lnTo>
                    <a:pt x="4186897" y="105256"/>
                  </a:lnTo>
                  <a:lnTo>
                    <a:pt x="4636731" y="990052"/>
                  </a:lnTo>
                  <a:lnTo>
                    <a:pt x="4637035" y="993958"/>
                  </a:lnTo>
                  <a:lnTo>
                    <a:pt x="5366099" y="2424827"/>
                  </a:lnTo>
                  <a:cubicBezTo>
                    <a:pt x="5370342" y="2433153"/>
                    <a:pt x="5372696" y="2441945"/>
                    <a:pt x="5373320" y="2450714"/>
                  </a:cubicBezTo>
                  <a:lnTo>
                    <a:pt x="5372392" y="2458289"/>
                  </a:lnTo>
                  <a:lnTo>
                    <a:pt x="5379316" y="2468559"/>
                  </a:lnTo>
                  <a:cubicBezTo>
                    <a:pt x="5389631" y="2492945"/>
                    <a:pt x="5395334" y="2519756"/>
                    <a:pt x="5395334" y="2547900"/>
                  </a:cubicBezTo>
                  <a:cubicBezTo>
                    <a:pt x="5395334" y="2576042"/>
                    <a:pt x="5389631" y="2602854"/>
                    <a:pt x="5379316" y="2627240"/>
                  </a:cubicBezTo>
                  <a:lnTo>
                    <a:pt x="5363764" y="2650306"/>
                  </a:lnTo>
                  <a:lnTo>
                    <a:pt x="5364107" y="2653148"/>
                  </a:lnTo>
                  <a:cubicBezTo>
                    <a:pt x="5363465" y="2661916"/>
                    <a:pt x="5361095" y="2670703"/>
                    <a:pt x="5356836" y="2679021"/>
                  </a:cubicBezTo>
                  <a:lnTo>
                    <a:pt x="4189123" y="4959727"/>
                  </a:lnTo>
                  <a:cubicBezTo>
                    <a:pt x="4184864" y="4968044"/>
                    <a:pt x="4179122" y="4975105"/>
                    <a:pt x="4172383" y="4980751"/>
                  </a:cubicBezTo>
                  <a:lnTo>
                    <a:pt x="4166445" y="4984029"/>
                  </a:lnTo>
                  <a:lnTo>
                    <a:pt x="4143637" y="5021623"/>
                  </a:lnTo>
                  <a:cubicBezTo>
                    <a:pt x="4106251" y="5066924"/>
                    <a:pt x="4049673" y="5095798"/>
                    <a:pt x="3986349" y="5095798"/>
                  </a:cubicBezTo>
                  <a:lnTo>
                    <a:pt x="3970285" y="5094179"/>
                  </a:lnTo>
                  <a:lnTo>
                    <a:pt x="3940417" y="5094179"/>
                  </a:lnTo>
                  <a:lnTo>
                    <a:pt x="3932392" y="5095799"/>
                  </a:lnTo>
                  <a:lnTo>
                    <a:pt x="1410346" y="5095799"/>
                  </a:lnTo>
                  <a:lnTo>
                    <a:pt x="1409893" y="5095708"/>
                  </a:lnTo>
                  <a:lnTo>
                    <a:pt x="1408985" y="5095799"/>
                  </a:lnTo>
                  <a:lnTo>
                    <a:pt x="1403223" y="5094928"/>
                  </a:lnTo>
                  <a:lnTo>
                    <a:pt x="1394591" y="5095798"/>
                  </a:lnTo>
                  <a:cubicBezTo>
                    <a:pt x="1310161" y="5095798"/>
                    <a:pt x="1237720" y="5044466"/>
                    <a:pt x="1206778" y="4971308"/>
                  </a:cubicBezTo>
                  <a:lnTo>
                    <a:pt x="1206697" y="4970904"/>
                  </a:lnTo>
                  <a:lnTo>
                    <a:pt x="1195395" y="4961234"/>
                  </a:lnTo>
                  <a:lnTo>
                    <a:pt x="838951" y="4260131"/>
                  </a:lnTo>
                  <a:lnTo>
                    <a:pt x="29235" y="2670972"/>
                  </a:lnTo>
                  <a:cubicBezTo>
                    <a:pt x="24992" y="2662646"/>
                    <a:pt x="22638" y="2653855"/>
                    <a:pt x="22014" y="2645085"/>
                  </a:cubicBezTo>
                  <a:lnTo>
                    <a:pt x="22942" y="2637511"/>
                  </a:lnTo>
                  <a:lnTo>
                    <a:pt x="16019" y="2627240"/>
                  </a:lnTo>
                  <a:cubicBezTo>
                    <a:pt x="5703" y="2602854"/>
                    <a:pt x="0" y="2576044"/>
                    <a:pt x="0" y="2547900"/>
                  </a:cubicBezTo>
                  <a:cubicBezTo>
                    <a:pt x="0" y="2519757"/>
                    <a:pt x="5703" y="2492945"/>
                    <a:pt x="16019" y="2468559"/>
                  </a:cubicBezTo>
                  <a:lnTo>
                    <a:pt x="31570" y="2445493"/>
                  </a:lnTo>
                  <a:lnTo>
                    <a:pt x="31227" y="2442651"/>
                  </a:lnTo>
                  <a:cubicBezTo>
                    <a:pt x="31869" y="2433883"/>
                    <a:pt x="34240" y="2425097"/>
                    <a:pt x="38498" y="2416779"/>
                  </a:cubicBezTo>
                  <a:lnTo>
                    <a:pt x="1206211" y="136072"/>
                  </a:lnTo>
                  <a:cubicBezTo>
                    <a:pt x="1210470" y="127755"/>
                    <a:pt x="1216212" y="120694"/>
                    <a:pt x="1222951" y="115048"/>
                  </a:cubicBezTo>
                  <a:lnTo>
                    <a:pt x="1228889" y="111770"/>
                  </a:lnTo>
                  <a:lnTo>
                    <a:pt x="1251698" y="74176"/>
                  </a:lnTo>
                  <a:cubicBezTo>
                    <a:pt x="1289084" y="28876"/>
                    <a:pt x="1345662" y="1"/>
                    <a:pt x="1408985" y="1"/>
                  </a:cubicBezTo>
                  <a:lnTo>
                    <a:pt x="1425049" y="1621"/>
                  </a:lnTo>
                  <a:lnTo>
                    <a:pt x="1454917" y="1621"/>
                  </a:lnTo>
                  <a:close/>
                </a:path>
              </a:pathLst>
            </a:custGeom>
            <a:solidFill>
              <a:schemeClr val="tx1">
                <a:alpha val="50000"/>
              </a:schemeClr>
            </a:solidFill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200" b="1" dirty="0">
                <a:solidFill>
                  <a:schemeClr val="bg1"/>
                </a:solidFill>
                <a:latin typeface="Montserrat Light" panose="00000400000000000000" charset="0"/>
              </a:endParaRPr>
            </a:p>
            <a:p>
              <a:pPr algn="ctr"/>
              <a:endParaRPr lang="en-US" sz="1200" b="1" dirty="0">
                <a:solidFill>
                  <a:schemeClr val="bg1"/>
                </a:solidFill>
                <a:latin typeface="Montserrat Light" panose="00000400000000000000" charset="0"/>
              </a:endParaRPr>
            </a:p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Montserrat Light" panose="00000400000000000000" charset="0"/>
                </a:rPr>
                <a:t>Electronics</a:t>
              </a:r>
            </a:p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Montserrat Light" panose="00000400000000000000" charset="0"/>
                </a:rPr>
                <a:t>Design</a:t>
              </a:r>
              <a:endParaRPr lang="en-US" sz="1200" dirty="0">
                <a:solidFill>
                  <a:schemeClr val="bg1"/>
                </a:solidFill>
                <a:latin typeface="Montserrat Light" panose="00000400000000000000" charset="0"/>
              </a:endParaRPr>
            </a:p>
            <a:p>
              <a:pPr algn="ctr"/>
              <a:endParaRPr lang="en-US" dirty="0">
                <a:latin typeface="Montserrat Light" panose="00000400000000000000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2F011B8-11E1-43D6-BD91-3A64139F6AB6}"/>
              </a:ext>
            </a:extLst>
          </p:cNvPr>
          <p:cNvSpPr/>
          <p:nvPr/>
        </p:nvSpPr>
        <p:spPr>
          <a:xfrm>
            <a:off x="641684" y="405326"/>
            <a:ext cx="47028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Poppins" panose="020B0604020202020204" charset="0"/>
                <a:cs typeface="Poppins" panose="020B0604020202020204" charset="0"/>
              </a:rPr>
              <a:t>Proposed Methodology</a:t>
            </a:r>
            <a:endParaRPr lang="en-PK" sz="2800" b="1" dirty="0">
              <a:solidFill>
                <a:schemeClr val="accent5">
                  <a:lumMod val="60000"/>
                  <a:lumOff val="40000"/>
                </a:schemeClr>
              </a:solidFill>
              <a:latin typeface="Poppins" panose="020B0604020202020204" charset="0"/>
              <a:cs typeface="Poppins" panose="020B06040202020202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5"/>
          <p:cNvSpPr txBox="1">
            <a:spLocks noGrp="1"/>
          </p:cNvSpPr>
          <p:nvPr>
            <p:ph type="ctrTitle"/>
          </p:nvPr>
        </p:nvSpPr>
        <p:spPr>
          <a:xfrm>
            <a:off x="2875750" y="2510001"/>
            <a:ext cx="6440500" cy="1837997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" dirty="0">
                <a:solidFill>
                  <a:schemeClr val="accent2"/>
                </a:solidFill>
              </a:rPr>
              <a:t>2.</a:t>
            </a:r>
            <a:endParaRPr dirty="0">
              <a:solidFill>
                <a:schemeClr val="accent2"/>
              </a:solidFill>
            </a:endParaRPr>
          </a:p>
          <a:p>
            <a:r>
              <a:rPr lang="en-US" dirty="0"/>
              <a:t>ELECTRICAL DESIGN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83E24-1827-4746-85A7-2F9F3FAFC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Electrical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04C4B5-6BDE-4C87-8531-99554EA645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200" dirty="0"/>
              <a:t>To supply power to the whole robot</a:t>
            </a:r>
          </a:p>
          <a:p>
            <a:r>
              <a:rPr lang="en-US" sz="3200" dirty="0"/>
              <a:t>Locomotion &amp; wall clinging mechanisms of the robot</a:t>
            </a:r>
          </a:p>
          <a:p>
            <a:r>
              <a:rPr lang="en-US" sz="3200" dirty="0"/>
              <a:t>Manual path trajectory and motion planned trajectory</a:t>
            </a:r>
          </a:p>
          <a:p>
            <a:r>
              <a:rPr lang="en-US" sz="3200" dirty="0"/>
              <a:t>Feedback from sensors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04FB73-B684-4B16-85E1-9FE17645F2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11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77071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3"/>
          <p:cNvSpPr txBox="1">
            <a:spLocks noGrp="1"/>
          </p:cNvSpPr>
          <p:nvPr>
            <p:ph type="title"/>
          </p:nvPr>
        </p:nvSpPr>
        <p:spPr>
          <a:xfrm>
            <a:off x="1035267" y="536933"/>
            <a:ext cx="310896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-US" sz="2800" dirty="0"/>
              <a:t>Control Diagram</a:t>
            </a:r>
            <a:endParaRPr sz="2800" dirty="0"/>
          </a:p>
        </p:txBody>
      </p:sp>
      <p:sp>
        <p:nvSpPr>
          <p:cNvPr id="404" name="Google Shape;404;p23"/>
          <p:cNvSpPr txBox="1">
            <a:spLocks noGrp="1"/>
          </p:cNvSpPr>
          <p:nvPr>
            <p:ph type="sldNum" idx="12"/>
          </p:nvPr>
        </p:nvSpPr>
        <p:spPr>
          <a:xfrm>
            <a:off x="11639200" y="6312100"/>
            <a:ext cx="552800" cy="546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>
                <a:solidFill>
                  <a:srgbClr val="68728D"/>
                </a:solidFill>
              </a:rPr>
              <a:pPr defTabSz="1219170">
                <a:buClr>
                  <a:srgbClr val="000000"/>
                </a:buClr>
              </a:pPr>
              <a:t>12</a:t>
            </a:fld>
            <a:endParaRPr kern="0">
              <a:solidFill>
                <a:srgbClr val="68728D"/>
              </a:solidFill>
            </a:endParaRPr>
          </a:p>
        </p:txBody>
      </p:sp>
      <p:sp>
        <p:nvSpPr>
          <p:cNvPr id="413" name="Google Shape;413;p23"/>
          <p:cNvSpPr/>
          <p:nvPr/>
        </p:nvSpPr>
        <p:spPr>
          <a:xfrm rot="16200000" flipH="1">
            <a:off x="2433065" y="2707035"/>
            <a:ext cx="548640" cy="203600"/>
          </a:xfrm>
          <a:prstGeom prst="rightArrow">
            <a:avLst>
              <a:gd name="adj1" fmla="val 25514"/>
              <a:gd name="adj2" fmla="val 64322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7" name="Google Shape;417;p23"/>
          <p:cNvSpPr/>
          <p:nvPr/>
        </p:nvSpPr>
        <p:spPr>
          <a:xfrm rot="5399266" flipH="1">
            <a:off x="7164097" y="4673017"/>
            <a:ext cx="640080" cy="203600"/>
          </a:xfrm>
          <a:prstGeom prst="rightArrow">
            <a:avLst>
              <a:gd name="adj1" fmla="val 25514"/>
              <a:gd name="adj2" fmla="val 64322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1" name="Google Shape;421;p23"/>
          <p:cNvSpPr/>
          <p:nvPr/>
        </p:nvSpPr>
        <p:spPr>
          <a:xfrm rot="16200000">
            <a:off x="2433065" y="4623127"/>
            <a:ext cx="548640" cy="203600"/>
          </a:xfrm>
          <a:prstGeom prst="rightArrow">
            <a:avLst>
              <a:gd name="adj1" fmla="val 25514"/>
              <a:gd name="adj2" fmla="val 64322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" name="Google Shape;405;p23">
            <a:extLst>
              <a:ext uri="{FF2B5EF4-FFF2-40B4-BE49-F238E27FC236}">
                <a16:creationId xmlns:a16="http://schemas.microsoft.com/office/drawing/2014/main" id="{95476841-C41E-4C0D-9875-5769FA77E178}"/>
              </a:ext>
            </a:extLst>
          </p:cNvPr>
          <p:cNvSpPr/>
          <p:nvPr/>
        </p:nvSpPr>
        <p:spPr>
          <a:xfrm>
            <a:off x="1792985" y="1225810"/>
            <a:ext cx="1828800" cy="1371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" name="Google Shape;405;p23">
            <a:extLst>
              <a:ext uri="{FF2B5EF4-FFF2-40B4-BE49-F238E27FC236}">
                <a16:creationId xmlns:a16="http://schemas.microsoft.com/office/drawing/2014/main" id="{AEC39505-9527-4D0C-94CF-AB5857B6ADD7}"/>
              </a:ext>
            </a:extLst>
          </p:cNvPr>
          <p:cNvSpPr/>
          <p:nvPr/>
        </p:nvSpPr>
        <p:spPr>
          <a:xfrm>
            <a:off x="4182611" y="4940500"/>
            <a:ext cx="1828800" cy="1371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" name="Google Shape;405;p23">
            <a:extLst>
              <a:ext uri="{FF2B5EF4-FFF2-40B4-BE49-F238E27FC236}">
                <a16:creationId xmlns:a16="http://schemas.microsoft.com/office/drawing/2014/main" id="{541C01EB-CA79-407E-8336-E47BB62BC982}"/>
              </a:ext>
            </a:extLst>
          </p:cNvPr>
          <p:cNvSpPr/>
          <p:nvPr/>
        </p:nvSpPr>
        <p:spPr>
          <a:xfrm>
            <a:off x="1792985" y="3083155"/>
            <a:ext cx="1828800" cy="1371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" name="Google Shape;405;p23">
            <a:extLst>
              <a:ext uri="{FF2B5EF4-FFF2-40B4-BE49-F238E27FC236}">
                <a16:creationId xmlns:a16="http://schemas.microsoft.com/office/drawing/2014/main" id="{A179D344-4597-4939-B2DF-FBA4520749E8}"/>
              </a:ext>
            </a:extLst>
          </p:cNvPr>
          <p:cNvSpPr/>
          <p:nvPr/>
        </p:nvSpPr>
        <p:spPr>
          <a:xfrm>
            <a:off x="8956863" y="1225810"/>
            <a:ext cx="1828800" cy="1371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25FF15-EE05-4C31-AF9D-02820B809559}"/>
              </a:ext>
            </a:extLst>
          </p:cNvPr>
          <p:cNvSpPr txBox="1"/>
          <p:nvPr/>
        </p:nvSpPr>
        <p:spPr>
          <a:xfrm>
            <a:off x="2089764" y="1711555"/>
            <a:ext cx="1235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Montserrat" panose="00000500000000000000" charset="0"/>
              </a:rPr>
              <a:t>Battery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C103E2-D9B2-4179-A6AE-8D11D8B7BDBB}"/>
              </a:ext>
            </a:extLst>
          </p:cNvPr>
          <p:cNvSpPr txBox="1"/>
          <p:nvPr/>
        </p:nvSpPr>
        <p:spPr>
          <a:xfrm>
            <a:off x="1882575" y="3415012"/>
            <a:ext cx="16496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PK" sz="2000" b="1" dirty="0">
                <a:latin typeface="Montserrat" panose="00000500000000000000" charset="0"/>
                <a:ea typeface="Calibri" panose="020F0502020204030204" pitchFamily="34" charset="0"/>
                <a:cs typeface="Times New Roman" panose="02020603050405020304" pitchFamily="18" charset="0"/>
              </a:rPr>
              <a:t>Raspberry Pi</a:t>
            </a:r>
            <a:endParaRPr lang="en-US" altLang="en-PK" sz="2800" b="1" dirty="0">
              <a:latin typeface="Montserrat" panose="00000500000000000000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E122E1-9D69-4B67-BB3C-D297F003A47B}"/>
              </a:ext>
            </a:extLst>
          </p:cNvPr>
          <p:cNvSpPr txBox="1"/>
          <p:nvPr/>
        </p:nvSpPr>
        <p:spPr>
          <a:xfrm>
            <a:off x="9117388" y="1711555"/>
            <a:ext cx="15077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Montserrat" panose="00000500000000000000" charset="0"/>
              </a:rPr>
              <a:t>Actuators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00A052-3484-418F-A37C-7117DE8A5103}"/>
              </a:ext>
            </a:extLst>
          </p:cNvPr>
          <p:cNvSpPr txBox="1"/>
          <p:nvPr/>
        </p:nvSpPr>
        <p:spPr>
          <a:xfrm>
            <a:off x="4680655" y="5426245"/>
            <a:ext cx="8327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Montserrat" panose="00000500000000000000" charset="0"/>
              </a:rPr>
              <a:t>EDF</a:t>
            </a:r>
          </a:p>
        </p:txBody>
      </p:sp>
      <p:sp>
        <p:nvSpPr>
          <p:cNvPr id="34" name="Google Shape;405;p23">
            <a:extLst>
              <a:ext uri="{FF2B5EF4-FFF2-40B4-BE49-F238E27FC236}">
                <a16:creationId xmlns:a16="http://schemas.microsoft.com/office/drawing/2014/main" id="{295C2966-AFDC-48DF-ADAB-432F06B3CAB3}"/>
              </a:ext>
            </a:extLst>
          </p:cNvPr>
          <p:cNvSpPr/>
          <p:nvPr/>
        </p:nvSpPr>
        <p:spPr>
          <a:xfrm>
            <a:off x="8956863" y="4940500"/>
            <a:ext cx="1828800" cy="1371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84E02A-1C89-4E2A-99EC-48A94215D739}"/>
              </a:ext>
            </a:extLst>
          </p:cNvPr>
          <p:cNvSpPr txBox="1"/>
          <p:nvPr/>
        </p:nvSpPr>
        <p:spPr>
          <a:xfrm>
            <a:off x="9289180" y="5272357"/>
            <a:ext cx="11641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Montserrat" panose="00000500000000000000" charset="0"/>
              </a:rPr>
              <a:t>Gear Motor</a:t>
            </a:r>
          </a:p>
        </p:txBody>
      </p:sp>
      <p:sp>
        <p:nvSpPr>
          <p:cNvPr id="38" name="Google Shape;405;p23">
            <a:extLst>
              <a:ext uri="{FF2B5EF4-FFF2-40B4-BE49-F238E27FC236}">
                <a16:creationId xmlns:a16="http://schemas.microsoft.com/office/drawing/2014/main" id="{5160CBAD-F318-4E25-A0E1-C880D881A2A6}"/>
              </a:ext>
            </a:extLst>
          </p:cNvPr>
          <p:cNvSpPr/>
          <p:nvPr/>
        </p:nvSpPr>
        <p:spPr>
          <a:xfrm>
            <a:off x="6569737" y="4940500"/>
            <a:ext cx="1828800" cy="1371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FDEC37-2AF8-4E7A-9118-6C6FEBA6AEF6}"/>
              </a:ext>
            </a:extLst>
          </p:cNvPr>
          <p:cNvSpPr txBox="1"/>
          <p:nvPr/>
        </p:nvSpPr>
        <p:spPr>
          <a:xfrm>
            <a:off x="6720779" y="5426245"/>
            <a:ext cx="15267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Montserrat" panose="00000500000000000000" charset="0"/>
              </a:rPr>
              <a:t>Receiver</a:t>
            </a:r>
          </a:p>
        </p:txBody>
      </p:sp>
      <p:sp>
        <p:nvSpPr>
          <p:cNvPr id="40" name="Google Shape;405;p23">
            <a:extLst>
              <a:ext uri="{FF2B5EF4-FFF2-40B4-BE49-F238E27FC236}">
                <a16:creationId xmlns:a16="http://schemas.microsoft.com/office/drawing/2014/main" id="{E5C8A998-4EBA-47B0-B20B-EB7BEB178023}"/>
              </a:ext>
            </a:extLst>
          </p:cNvPr>
          <p:cNvSpPr/>
          <p:nvPr/>
        </p:nvSpPr>
        <p:spPr>
          <a:xfrm>
            <a:off x="1792985" y="4940500"/>
            <a:ext cx="1828800" cy="1371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9B0CDC-3AFA-4449-83B8-92AC540C5C0C}"/>
              </a:ext>
            </a:extLst>
          </p:cNvPr>
          <p:cNvSpPr txBox="1"/>
          <p:nvPr/>
        </p:nvSpPr>
        <p:spPr>
          <a:xfrm>
            <a:off x="2065615" y="5426245"/>
            <a:ext cx="12835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Montserrat" panose="00000500000000000000" charset="0"/>
              </a:rPr>
              <a:t>Camera</a:t>
            </a:r>
          </a:p>
        </p:txBody>
      </p:sp>
      <p:sp>
        <p:nvSpPr>
          <p:cNvPr id="42" name="Google Shape;417;p23">
            <a:extLst>
              <a:ext uri="{FF2B5EF4-FFF2-40B4-BE49-F238E27FC236}">
                <a16:creationId xmlns:a16="http://schemas.microsoft.com/office/drawing/2014/main" id="{D19414BF-A05B-4C51-9E6A-22CE5A78E5EA}"/>
              </a:ext>
            </a:extLst>
          </p:cNvPr>
          <p:cNvSpPr/>
          <p:nvPr/>
        </p:nvSpPr>
        <p:spPr>
          <a:xfrm rot="16200000" flipH="1">
            <a:off x="9551223" y="4518659"/>
            <a:ext cx="640080" cy="203600"/>
          </a:xfrm>
          <a:prstGeom prst="rightArrow">
            <a:avLst>
              <a:gd name="adj1" fmla="val 25514"/>
              <a:gd name="adj2" fmla="val 64322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" name="Google Shape;405;p23">
            <a:extLst>
              <a:ext uri="{FF2B5EF4-FFF2-40B4-BE49-F238E27FC236}">
                <a16:creationId xmlns:a16="http://schemas.microsoft.com/office/drawing/2014/main" id="{4A0246C0-B204-4975-8B22-E08FCF406E56}"/>
              </a:ext>
            </a:extLst>
          </p:cNvPr>
          <p:cNvSpPr/>
          <p:nvPr/>
        </p:nvSpPr>
        <p:spPr>
          <a:xfrm>
            <a:off x="8956863" y="3083155"/>
            <a:ext cx="1828800" cy="1371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72366B-684A-4892-A5CB-A7B1307FAEC3}"/>
              </a:ext>
            </a:extLst>
          </p:cNvPr>
          <p:cNvSpPr txBox="1"/>
          <p:nvPr/>
        </p:nvSpPr>
        <p:spPr>
          <a:xfrm>
            <a:off x="9307224" y="3415012"/>
            <a:ext cx="11280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Montserrat" panose="00000500000000000000" charset="0"/>
              </a:rPr>
              <a:t>Motor Driver</a:t>
            </a:r>
          </a:p>
        </p:txBody>
      </p:sp>
      <p:sp>
        <p:nvSpPr>
          <p:cNvPr id="43" name="Google Shape;417;p23">
            <a:extLst>
              <a:ext uri="{FF2B5EF4-FFF2-40B4-BE49-F238E27FC236}">
                <a16:creationId xmlns:a16="http://schemas.microsoft.com/office/drawing/2014/main" id="{5234E8B5-C016-4E3B-B46A-D06AD6EBD37B}"/>
              </a:ext>
            </a:extLst>
          </p:cNvPr>
          <p:cNvSpPr/>
          <p:nvPr/>
        </p:nvSpPr>
        <p:spPr>
          <a:xfrm rot="16200000" flipH="1">
            <a:off x="4774402" y="4518660"/>
            <a:ext cx="640080" cy="203600"/>
          </a:xfrm>
          <a:prstGeom prst="rightArrow">
            <a:avLst>
              <a:gd name="adj1" fmla="val 25514"/>
              <a:gd name="adj2" fmla="val 64322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" name="Google Shape;405;p23">
            <a:extLst>
              <a:ext uri="{FF2B5EF4-FFF2-40B4-BE49-F238E27FC236}">
                <a16:creationId xmlns:a16="http://schemas.microsoft.com/office/drawing/2014/main" id="{089346EF-8006-44FF-B3F1-EB64325CF6D1}"/>
              </a:ext>
            </a:extLst>
          </p:cNvPr>
          <p:cNvSpPr/>
          <p:nvPr/>
        </p:nvSpPr>
        <p:spPr>
          <a:xfrm>
            <a:off x="4182611" y="3083155"/>
            <a:ext cx="1828800" cy="1371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D81D94-B1B5-4780-B87D-48EE5C053D66}"/>
              </a:ext>
            </a:extLst>
          </p:cNvPr>
          <p:cNvSpPr txBox="1"/>
          <p:nvPr/>
        </p:nvSpPr>
        <p:spPr>
          <a:xfrm>
            <a:off x="4743438" y="3568900"/>
            <a:ext cx="707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Montserrat" panose="00000500000000000000" charset="0"/>
              </a:rPr>
              <a:t>ESC</a:t>
            </a:r>
          </a:p>
        </p:txBody>
      </p:sp>
      <p:sp>
        <p:nvSpPr>
          <p:cNvPr id="44" name="Google Shape;413;p23">
            <a:extLst>
              <a:ext uri="{FF2B5EF4-FFF2-40B4-BE49-F238E27FC236}">
                <a16:creationId xmlns:a16="http://schemas.microsoft.com/office/drawing/2014/main" id="{33C0E69F-FA4F-44CB-A933-391426EA89E0}"/>
              </a:ext>
            </a:extLst>
          </p:cNvPr>
          <p:cNvSpPr/>
          <p:nvPr/>
        </p:nvSpPr>
        <p:spPr>
          <a:xfrm flipH="1">
            <a:off x="6002877" y="3667155"/>
            <a:ext cx="640080" cy="203600"/>
          </a:xfrm>
          <a:prstGeom prst="rightArrow">
            <a:avLst>
              <a:gd name="adj1" fmla="val 25514"/>
              <a:gd name="adj2" fmla="val 64322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" name="Google Shape;417;p23">
            <a:extLst>
              <a:ext uri="{FF2B5EF4-FFF2-40B4-BE49-F238E27FC236}">
                <a16:creationId xmlns:a16="http://schemas.microsoft.com/office/drawing/2014/main" id="{15CADB37-A463-484B-B135-7196761F5A37}"/>
              </a:ext>
            </a:extLst>
          </p:cNvPr>
          <p:cNvSpPr/>
          <p:nvPr/>
        </p:nvSpPr>
        <p:spPr>
          <a:xfrm rot="10800000" flipH="1">
            <a:off x="8316783" y="3667155"/>
            <a:ext cx="640080" cy="203600"/>
          </a:xfrm>
          <a:prstGeom prst="rightArrow">
            <a:avLst>
              <a:gd name="adj1" fmla="val 25514"/>
              <a:gd name="adj2" fmla="val 64322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" name="Google Shape;405;p23">
            <a:extLst>
              <a:ext uri="{FF2B5EF4-FFF2-40B4-BE49-F238E27FC236}">
                <a16:creationId xmlns:a16="http://schemas.microsoft.com/office/drawing/2014/main" id="{58EC8CBD-BFC1-402D-8472-CB782E9244C6}"/>
              </a:ext>
            </a:extLst>
          </p:cNvPr>
          <p:cNvSpPr/>
          <p:nvPr/>
        </p:nvSpPr>
        <p:spPr>
          <a:xfrm>
            <a:off x="6569737" y="3083155"/>
            <a:ext cx="1828800" cy="1371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698069-DA65-492B-B07B-F9C6BF14C642}"/>
              </a:ext>
            </a:extLst>
          </p:cNvPr>
          <p:cNvSpPr txBox="1"/>
          <p:nvPr/>
        </p:nvSpPr>
        <p:spPr>
          <a:xfrm>
            <a:off x="6699977" y="3568900"/>
            <a:ext cx="1568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latin typeface="Montserrat" panose="00000500000000000000" charset="0"/>
              </a:rPr>
              <a:t>NodeMCU</a:t>
            </a:r>
            <a:endParaRPr lang="en-US" sz="2000" b="1" dirty="0">
              <a:latin typeface="Montserrat" panose="00000500000000000000" charset="0"/>
            </a:endParaRPr>
          </a:p>
        </p:txBody>
      </p:sp>
      <p:sp>
        <p:nvSpPr>
          <p:cNvPr id="46" name="Google Shape;417;p23">
            <a:extLst>
              <a:ext uri="{FF2B5EF4-FFF2-40B4-BE49-F238E27FC236}">
                <a16:creationId xmlns:a16="http://schemas.microsoft.com/office/drawing/2014/main" id="{D2DD2EAD-BDC0-4841-9AAF-3F39DDC6EE08}"/>
              </a:ext>
            </a:extLst>
          </p:cNvPr>
          <p:cNvSpPr/>
          <p:nvPr/>
        </p:nvSpPr>
        <p:spPr>
          <a:xfrm rot="16200000" flipH="1">
            <a:off x="4673818" y="2564697"/>
            <a:ext cx="841248" cy="203600"/>
          </a:xfrm>
          <a:prstGeom prst="rightArrow">
            <a:avLst>
              <a:gd name="adj1" fmla="val 25514"/>
              <a:gd name="adj2" fmla="val 64322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" name="Google Shape;417;p23">
            <a:extLst>
              <a:ext uri="{FF2B5EF4-FFF2-40B4-BE49-F238E27FC236}">
                <a16:creationId xmlns:a16="http://schemas.microsoft.com/office/drawing/2014/main" id="{18ABCD32-4831-44BF-877D-F8E2B007D57A}"/>
              </a:ext>
            </a:extLst>
          </p:cNvPr>
          <p:cNvSpPr/>
          <p:nvPr/>
        </p:nvSpPr>
        <p:spPr>
          <a:xfrm rot="16200000" flipH="1">
            <a:off x="6315697" y="2217114"/>
            <a:ext cx="1527048" cy="203600"/>
          </a:xfrm>
          <a:prstGeom prst="rightArrow">
            <a:avLst>
              <a:gd name="adj1" fmla="val 25514"/>
              <a:gd name="adj2" fmla="val 64322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" name="Google Shape;417;p23">
            <a:extLst>
              <a:ext uri="{FF2B5EF4-FFF2-40B4-BE49-F238E27FC236}">
                <a16:creationId xmlns:a16="http://schemas.microsoft.com/office/drawing/2014/main" id="{6B24164A-26BF-4468-9A2A-494808C5BB29}"/>
              </a:ext>
            </a:extLst>
          </p:cNvPr>
          <p:cNvSpPr/>
          <p:nvPr/>
        </p:nvSpPr>
        <p:spPr>
          <a:xfrm rot="16200000" flipH="1">
            <a:off x="7417638" y="2409497"/>
            <a:ext cx="1143000" cy="203600"/>
          </a:xfrm>
          <a:prstGeom prst="rightArrow">
            <a:avLst>
              <a:gd name="adj1" fmla="val 25514"/>
              <a:gd name="adj2" fmla="val 64322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2650D57-A497-4F19-A7BC-1A8D75D22D24}"/>
              </a:ext>
            </a:extLst>
          </p:cNvPr>
          <p:cNvSpPr/>
          <p:nvPr/>
        </p:nvSpPr>
        <p:spPr>
          <a:xfrm>
            <a:off x="7968877" y="1911610"/>
            <a:ext cx="987552" cy="457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D1904A5-EB8C-4625-B75D-BAB6FE029A8A}"/>
              </a:ext>
            </a:extLst>
          </p:cNvPr>
          <p:cNvSpPr/>
          <p:nvPr/>
        </p:nvSpPr>
        <p:spPr>
          <a:xfrm>
            <a:off x="3619769" y="2218441"/>
            <a:ext cx="1490472" cy="457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5FECA99-001D-450F-A2B1-3C7A9978074F}"/>
              </a:ext>
            </a:extLst>
          </p:cNvPr>
          <p:cNvSpPr/>
          <p:nvPr/>
        </p:nvSpPr>
        <p:spPr>
          <a:xfrm>
            <a:off x="3624999" y="1519739"/>
            <a:ext cx="3474720" cy="457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7D977-8F9E-487E-9D02-8D6FFC58F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Negative Thrust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ADC00-1290-4649-83DB-E5AC850F85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The base concept of Negative Thrust is to create a partial vacuum while sucking the air</a:t>
            </a:r>
          </a:p>
          <a:p>
            <a:r>
              <a:rPr lang="en-US" sz="2800" dirty="0"/>
              <a:t>AN EDF along with a motor will be fitted at the center of the robot</a:t>
            </a:r>
          </a:p>
          <a:p>
            <a:r>
              <a:rPr lang="en-US" sz="2800" dirty="0"/>
              <a:t>This will create a negative thrust and keep the robot connected to the wall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982983-BE98-4B4B-B227-6BD866AD30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13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767276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13B8A0FD-6CFF-41AE-8EF5-9AD708048B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046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6"/>
          <p:cNvSpPr txBox="1">
            <a:spLocks noGrp="1"/>
          </p:cNvSpPr>
          <p:nvPr>
            <p:ph type="ctrTitle" idx="4294967295"/>
          </p:nvPr>
        </p:nvSpPr>
        <p:spPr>
          <a:xfrm>
            <a:off x="914400" y="2314333"/>
            <a:ext cx="8486800" cy="154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" sz="9600" dirty="0"/>
              <a:t>1226</a:t>
            </a:r>
            <a:endParaRPr sz="9600" dirty="0"/>
          </a:p>
        </p:txBody>
      </p:sp>
      <p:sp>
        <p:nvSpPr>
          <p:cNvPr id="449" name="Google Shape;449;p26"/>
          <p:cNvSpPr txBox="1">
            <a:spLocks noGrp="1"/>
          </p:cNvSpPr>
          <p:nvPr>
            <p:ph type="subTitle" idx="4294967295"/>
          </p:nvPr>
        </p:nvSpPr>
        <p:spPr>
          <a:xfrm>
            <a:off x="914400" y="3989939"/>
            <a:ext cx="8486800" cy="104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spcBef>
                <a:spcPts val="800"/>
              </a:spcBef>
              <a:buNone/>
            </a:pPr>
            <a:r>
              <a:rPr lang="en-US" dirty="0">
                <a:solidFill>
                  <a:schemeClr val="dk2"/>
                </a:solidFill>
              </a:rPr>
              <a:t>Deaths in construction places in 2006</a:t>
            </a:r>
          </a:p>
        </p:txBody>
      </p:sp>
      <p:sp>
        <p:nvSpPr>
          <p:cNvPr id="450" name="Google Shape;450;p26"/>
          <p:cNvSpPr txBox="1">
            <a:spLocks noGrp="1"/>
          </p:cNvSpPr>
          <p:nvPr>
            <p:ph type="sldNum" idx="12"/>
          </p:nvPr>
        </p:nvSpPr>
        <p:spPr>
          <a:xfrm>
            <a:off x="11639200" y="6312100"/>
            <a:ext cx="552800" cy="546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>
                <a:solidFill>
                  <a:srgbClr val="68728D"/>
                </a:solidFill>
              </a:rPr>
              <a:pPr defTabSz="1219170">
                <a:buClr>
                  <a:srgbClr val="000000"/>
                </a:buClr>
              </a:pPr>
              <a:t>15</a:t>
            </a:fld>
            <a:endParaRPr kern="0">
              <a:solidFill>
                <a:srgbClr val="68728D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7"/>
          <p:cNvSpPr txBox="1">
            <a:spLocks noGrp="1"/>
          </p:cNvSpPr>
          <p:nvPr>
            <p:ph type="ctrTitle" idx="4294967295"/>
          </p:nvPr>
        </p:nvSpPr>
        <p:spPr>
          <a:xfrm>
            <a:off x="2622733" y="762400"/>
            <a:ext cx="5930400" cy="1193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" sz="4800" dirty="0"/>
              <a:t>1226</a:t>
            </a:r>
            <a:endParaRPr sz="4800" dirty="0"/>
          </a:p>
        </p:txBody>
      </p:sp>
      <p:sp>
        <p:nvSpPr>
          <p:cNvPr id="456" name="Google Shape;456;p27"/>
          <p:cNvSpPr txBox="1">
            <a:spLocks noGrp="1"/>
          </p:cNvSpPr>
          <p:nvPr>
            <p:ph type="subTitle" idx="4294967295"/>
          </p:nvPr>
        </p:nvSpPr>
        <p:spPr>
          <a:xfrm>
            <a:off x="2622733" y="1780143"/>
            <a:ext cx="5930400" cy="61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spcBef>
                <a:spcPts val="800"/>
              </a:spcBef>
              <a:buNone/>
            </a:pPr>
            <a:r>
              <a:rPr lang="en-US" sz="3200" dirty="0">
                <a:solidFill>
                  <a:schemeClr val="dk2"/>
                </a:solidFill>
              </a:rPr>
              <a:t>Deaths in construction places</a:t>
            </a:r>
            <a:endParaRPr sz="3200" dirty="0">
              <a:solidFill>
                <a:schemeClr val="dk2"/>
              </a:solidFill>
            </a:endParaRPr>
          </a:p>
        </p:txBody>
      </p:sp>
      <p:sp>
        <p:nvSpPr>
          <p:cNvPr id="457" name="Google Shape;457;p27"/>
          <p:cNvSpPr txBox="1">
            <a:spLocks noGrp="1"/>
          </p:cNvSpPr>
          <p:nvPr>
            <p:ph type="ctrTitle" idx="4294967295"/>
          </p:nvPr>
        </p:nvSpPr>
        <p:spPr>
          <a:xfrm>
            <a:off x="5061133" y="4267592"/>
            <a:ext cx="5930400" cy="1193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" sz="4800" dirty="0"/>
              <a:t>66%</a:t>
            </a:r>
            <a:endParaRPr sz="4800" dirty="0"/>
          </a:p>
        </p:txBody>
      </p:sp>
      <p:sp>
        <p:nvSpPr>
          <p:cNvPr id="458" name="Google Shape;458;p27"/>
          <p:cNvSpPr txBox="1">
            <a:spLocks noGrp="1"/>
          </p:cNvSpPr>
          <p:nvPr>
            <p:ph type="subTitle" idx="4294967295"/>
          </p:nvPr>
        </p:nvSpPr>
        <p:spPr>
          <a:xfrm>
            <a:off x="5061133" y="5285335"/>
            <a:ext cx="5930400" cy="61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spcBef>
                <a:spcPts val="800"/>
              </a:spcBef>
              <a:buNone/>
            </a:pPr>
            <a:r>
              <a:rPr lang="en-US" sz="3200" dirty="0">
                <a:solidFill>
                  <a:schemeClr val="dk2"/>
                </a:solidFill>
              </a:rPr>
              <a:t>Huge majority</a:t>
            </a:r>
            <a:endParaRPr sz="3200" dirty="0">
              <a:solidFill>
                <a:schemeClr val="dk2"/>
              </a:solidFill>
            </a:endParaRPr>
          </a:p>
        </p:txBody>
      </p:sp>
      <p:sp>
        <p:nvSpPr>
          <p:cNvPr id="459" name="Google Shape;459;p27"/>
          <p:cNvSpPr txBox="1">
            <a:spLocks noGrp="1"/>
          </p:cNvSpPr>
          <p:nvPr>
            <p:ph type="ctrTitle" idx="4294967295"/>
          </p:nvPr>
        </p:nvSpPr>
        <p:spPr>
          <a:xfrm>
            <a:off x="3841933" y="2514996"/>
            <a:ext cx="5930400" cy="1193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" sz="4800" dirty="0"/>
              <a:t>806</a:t>
            </a:r>
            <a:endParaRPr sz="4800" dirty="0"/>
          </a:p>
        </p:txBody>
      </p:sp>
      <p:sp>
        <p:nvSpPr>
          <p:cNvPr id="460" name="Google Shape;460;p27"/>
          <p:cNvSpPr txBox="1">
            <a:spLocks noGrp="1"/>
          </p:cNvSpPr>
          <p:nvPr>
            <p:ph type="subTitle" idx="4294967295"/>
          </p:nvPr>
        </p:nvSpPr>
        <p:spPr>
          <a:xfrm>
            <a:off x="3841933" y="3532739"/>
            <a:ext cx="5930400" cy="61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spcBef>
                <a:spcPts val="800"/>
              </a:spcBef>
              <a:buNone/>
            </a:pPr>
            <a:r>
              <a:rPr lang="en-US" sz="3200" dirty="0">
                <a:solidFill>
                  <a:schemeClr val="dk2"/>
                </a:solidFill>
              </a:rPr>
              <a:t>Falling from raised structures</a:t>
            </a:r>
            <a:endParaRPr sz="3200" dirty="0">
              <a:solidFill>
                <a:schemeClr val="dk2"/>
              </a:solidFill>
            </a:endParaRPr>
          </a:p>
        </p:txBody>
      </p:sp>
      <p:sp>
        <p:nvSpPr>
          <p:cNvPr id="461" name="Google Shape;461;p27"/>
          <p:cNvSpPr txBox="1">
            <a:spLocks noGrp="1"/>
          </p:cNvSpPr>
          <p:nvPr>
            <p:ph type="sldNum" idx="12"/>
          </p:nvPr>
        </p:nvSpPr>
        <p:spPr>
          <a:xfrm>
            <a:off x="11639200" y="6312100"/>
            <a:ext cx="552800" cy="546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>
                <a:solidFill>
                  <a:srgbClr val="68728D"/>
                </a:solidFill>
              </a:rPr>
              <a:pPr defTabSz="1219170">
                <a:buClr>
                  <a:srgbClr val="000000"/>
                </a:buClr>
              </a:pPr>
              <a:t>16</a:t>
            </a:fld>
            <a:endParaRPr kern="0">
              <a:solidFill>
                <a:srgbClr val="68728D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4AC6B-18A8-4BAB-9776-6A2A826F3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Kinematic Motion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58BEC5-16F5-4C73-8198-DF72524269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>
                <a:latin typeface="Montserrat Light" panose="020B0604020202020204" charset="0"/>
              </a:rPr>
              <a:t>We are making a 4 wheeled robot with each wheel having a hub mounted motor</a:t>
            </a:r>
          </a:p>
          <a:p>
            <a:r>
              <a:rPr lang="en-US" sz="2800" dirty="0">
                <a:latin typeface="Montserrat Light" panose="020B0604020202020204" charset="0"/>
              </a:rPr>
              <a:t>All the motors have independent motion from each other, but the collective motion drives the robot</a:t>
            </a:r>
          </a:p>
          <a:p>
            <a:r>
              <a:rPr lang="en-US" sz="2800" dirty="0">
                <a:latin typeface="Montserrat Light" panose="020B0604020202020204" charset="0"/>
              </a:rPr>
              <a:t>Based on this, we will use the differential wheel turning method to steer our robot</a:t>
            </a:r>
            <a:endParaRPr lang="en-PK" sz="2800" dirty="0">
              <a:latin typeface="Montserrat Light" panose="020B060402020202020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A2AA9-67F9-48B5-9E82-1A42BBF1D3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17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51612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4AC6B-18A8-4BAB-9776-6A2A826F3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58BEC5-16F5-4C73-8198-DF72524269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A2AA9-67F9-48B5-9E82-1A42BBF1D3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18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616287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70F63-18C5-480B-9220-2604FCE64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Positioning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9E755F-F80F-4F76-BBEC-6F4DFAF7C9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An accelerometer is a sensor that measures the acceleration. </a:t>
            </a:r>
          </a:p>
          <a:p>
            <a:r>
              <a:rPr lang="en-US" sz="2800" dirty="0"/>
              <a:t>Double integration of the measured acceleration will give us the displacement.</a:t>
            </a:r>
          </a:p>
          <a:p>
            <a:r>
              <a:rPr lang="en-US" sz="2800" dirty="0"/>
              <a:t>The displacement will always let the MCU know the exact location of the wall traversing robot in XYZ plane.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DFB9D4-BDB8-451B-B3A3-247AE08A06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19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723295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13F97-244D-4EE4-B47C-B5A52BC4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Battery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716D6E-88E8-4518-9114-FFB83A5875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To supply power to the  EDF, MC &amp; Raspberry Pi</a:t>
            </a:r>
          </a:p>
          <a:p>
            <a:r>
              <a:rPr lang="en-US" sz="2800" dirty="0"/>
              <a:t>Careful consideration with weight to  energy ratio as to provide consideration working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68772-95D8-41AA-BA0E-55B238B5D3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20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532660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84CA6-FFB1-4BFC-A636-B90DD012E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Controller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8EFC1C-1538-46A3-AA25-DF1ADEC184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To control the basic functions and EDF of the robot</a:t>
            </a:r>
          </a:p>
          <a:p>
            <a:r>
              <a:rPr lang="en-US" sz="2800" dirty="0"/>
              <a:t>To calculate the position and orientation using data from sensors</a:t>
            </a:r>
          </a:p>
          <a:p>
            <a:r>
              <a:rPr lang="en-US" sz="2800" dirty="0"/>
              <a:t>To communicate with Processor</a:t>
            </a:r>
          </a:p>
          <a:p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1A412A-F57C-4ABA-84E4-322ACC7577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21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135549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2A33B-EFA9-488D-892C-54C5486E6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/>
              <a:t>NodeMCU</a:t>
            </a:r>
            <a:endParaRPr lang="en-US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06DA92-ADE1-429C-8A42-D0EC4FFC37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Has a SoC Wi-Fi ESP8266</a:t>
            </a:r>
          </a:p>
          <a:p>
            <a:r>
              <a:rPr lang="en-US" sz="2800" dirty="0"/>
              <a:t>Has a higher RAM and flash memory</a:t>
            </a:r>
          </a:p>
          <a:p>
            <a:r>
              <a:rPr lang="en-US" sz="2800" dirty="0"/>
              <a:t>Programming similar to Arduino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E6DB6C-1B9D-4EA4-A73B-E0D21399F8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22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B666DB-81C0-4510-BD37-3A9827C4B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2914" y="3532291"/>
            <a:ext cx="3623819" cy="2668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2552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4"/>
          <p:cNvSpPr txBox="1">
            <a:spLocks noGrp="1"/>
          </p:cNvSpPr>
          <p:nvPr>
            <p:ph type="title"/>
          </p:nvPr>
        </p:nvSpPr>
        <p:spPr>
          <a:xfrm>
            <a:off x="884265" y="67150"/>
            <a:ext cx="4783200" cy="114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-US" sz="2400" dirty="0" err="1"/>
              <a:t>NodeMCU</a:t>
            </a:r>
            <a:r>
              <a:rPr lang="en-US" sz="2400" dirty="0"/>
              <a:t> Specifications</a:t>
            </a:r>
            <a:endParaRPr sz="2400" dirty="0"/>
          </a:p>
        </p:txBody>
      </p:sp>
      <p:graphicFrame>
        <p:nvGraphicFramePr>
          <p:cNvPr id="428" name="Google Shape;428;p24"/>
          <p:cNvGraphicFramePr/>
          <p:nvPr>
            <p:extLst>
              <p:ext uri="{D42A27DB-BD31-4B8C-83A1-F6EECF244321}">
                <p14:modId xmlns:p14="http://schemas.microsoft.com/office/powerpoint/2010/main" val="1851668762"/>
              </p:ext>
            </p:extLst>
          </p:nvPr>
        </p:nvGraphicFramePr>
        <p:xfrm>
          <a:off x="1652624" y="1700081"/>
          <a:ext cx="8886752" cy="43819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4433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33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194">
                <a:tc>
                  <a:txBody>
                    <a:bodyPr/>
                    <a:lstStyle/>
                    <a:p>
                      <a:pPr indent="-28575" rtl="0" fontAlgn="t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kumimoji="0" lang="en-US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68728D"/>
                          </a:solidFill>
                          <a:effectLst/>
                          <a:uLnTx/>
                          <a:uFillTx/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Operating Voltage</a:t>
                      </a:r>
                      <a:endParaRPr lang="en-US" dirty="0">
                        <a:effectLst/>
                        <a:latin typeface="Montserrat" panose="00000500000000000000" charset="0"/>
                      </a:endParaRPr>
                    </a:p>
                  </a:txBody>
                  <a:tcPr marL="73025" marR="730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charset="0"/>
                        </a:rPr>
                        <a:t>3.3 V</a:t>
                      </a:r>
                      <a:endParaRPr lang="en-US" b="1">
                        <a:effectLst/>
                        <a:latin typeface="Montserrat" panose="00000500000000000000" charset="0"/>
                      </a:endParaRPr>
                    </a:p>
                  </a:txBody>
                  <a:tcPr marL="73025" marR="7302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94">
                <a:tc>
                  <a:txBody>
                    <a:bodyPr/>
                    <a:lstStyle/>
                    <a:p>
                      <a:pPr indent="-28575" rtl="0" fontAlgn="t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kumimoji="0" lang="en-US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68728D"/>
                          </a:solidFill>
                          <a:effectLst/>
                          <a:uLnTx/>
                          <a:uFillTx/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Input Voltage</a:t>
                      </a:r>
                      <a:endParaRPr lang="en-US" dirty="0">
                        <a:effectLst/>
                        <a:latin typeface="Montserrat" panose="00000500000000000000" charset="0"/>
                      </a:endParaRPr>
                    </a:p>
                  </a:txBody>
                  <a:tcPr marL="73025" marR="730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indent="-28575" algn="ctr" rtl="0" fontAlgn="t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charset="0"/>
                        </a:rPr>
                        <a:t>7-12V</a:t>
                      </a:r>
                      <a:endParaRPr lang="en-US" b="1">
                        <a:effectLst/>
                        <a:latin typeface="Montserrat" panose="00000500000000000000" charset="0"/>
                      </a:endParaRPr>
                    </a:p>
                  </a:txBody>
                  <a:tcPr marL="73025" marR="7302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94">
                <a:tc>
                  <a:txBody>
                    <a:bodyPr/>
                    <a:lstStyle/>
                    <a:p>
                      <a:pPr indent="-28575" rtl="0" fontAlgn="t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kumimoji="0" lang="en-US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68728D"/>
                          </a:solidFill>
                          <a:effectLst/>
                          <a:uLnTx/>
                          <a:uFillTx/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Current Consumption</a:t>
                      </a:r>
                      <a:endParaRPr lang="en-US" dirty="0">
                        <a:effectLst/>
                        <a:latin typeface="Montserrat" panose="00000500000000000000" charset="0"/>
                      </a:endParaRPr>
                    </a:p>
                  </a:txBody>
                  <a:tcPr marL="73025" marR="730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indent="-28575" algn="ctr" rtl="0" fontAlgn="t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charset="0"/>
                        </a:rPr>
                        <a:t>10uA~170mA</a:t>
                      </a:r>
                      <a:endParaRPr lang="en-US" b="1" dirty="0">
                        <a:effectLst/>
                        <a:latin typeface="Montserrat" panose="00000500000000000000" charset="0"/>
                      </a:endParaRPr>
                    </a:p>
                  </a:txBody>
                  <a:tcPr marL="73025" marR="7302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94">
                <a:tc>
                  <a:txBody>
                    <a:bodyPr/>
                    <a:lstStyle/>
                    <a:p>
                      <a:pPr indent="-28575" rtl="0" fontAlgn="t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kumimoji="0" lang="en-US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68728D"/>
                          </a:solidFill>
                          <a:effectLst/>
                          <a:uLnTx/>
                          <a:uFillTx/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Flash Memory</a:t>
                      </a:r>
                      <a:endParaRPr lang="en-US" dirty="0">
                        <a:effectLst/>
                        <a:latin typeface="Montserrat" panose="00000500000000000000" charset="0"/>
                      </a:endParaRPr>
                    </a:p>
                  </a:txBody>
                  <a:tcPr marL="73025" marR="730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indent="-28575" algn="ctr" rtl="0" fontAlgn="t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charset="0"/>
                        </a:rPr>
                        <a:t>4 MB</a:t>
                      </a:r>
                      <a:endParaRPr lang="en-US" b="1" dirty="0">
                        <a:effectLst/>
                        <a:latin typeface="Montserrat" panose="00000500000000000000" charset="0"/>
                      </a:endParaRPr>
                    </a:p>
                  </a:txBody>
                  <a:tcPr marL="73025" marR="7302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194">
                <a:tc>
                  <a:txBody>
                    <a:bodyPr/>
                    <a:lstStyle/>
                    <a:p>
                      <a:pPr indent="-28575" rtl="0" fontAlgn="t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kumimoji="0" lang="en-US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68728D"/>
                          </a:solidFill>
                          <a:effectLst/>
                          <a:uLnTx/>
                          <a:uFillTx/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Wi-Fi</a:t>
                      </a:r>
                      <a:endParaRPr lang="en-US" dirty="0">
                        <a:effectLst/>
                        <a:latin typeface="Montserrat" panose="00000500000000000000" charset="0"/>
                      </a:endParaRPr>
                    </a:p>
                  </a:txBody>
                  <a:tcPr marL="73025" marR="730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indent="-28575" algn="ctr" rtl="0" fontAlgn="t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charset="0"/>
                        </a:rPr>
                        <a:t>IEEE 802.11 b/g/n</a:t>
                      </a:r>
                      <a:endParaRPr lang="pt-BR" b="1" dirty="0">
                        <a:effectLst/>
                        <a:latin typeface="Montserrat" panose="00000500000000000000" charset="0"/>
                      </a:endParaRPr>
                    </a:p>
                  </a:txBody>
                  <a:tcPr marL="73025" marR="7302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8378200"/>
                  </a:ext>
                </a:extLst>
              </a:tr>
              <a:tr h="438194">
                <a:tc>
                  <a:txBody>
                    <a:bodyPr/>
                    <a:lstStyle/>
                    <a:p>
                      <a:pPr indent="-28575" rtl="0" fontAlgn="t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kumimoji="0" lang="en-US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68728D"/>
                          </a:solidFill>
                          <a:effectLst/>
                          <a:uLnTx/>
                          <a:uFillTx/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Microprocessor</a:t>
                      </a:r>
                      <a:endParaRPr lang="en-US" dirty="0">
                        <a:effectLst/>
                        <a:latin typeface="Montserrat" panose="00000500000000000000" charset="0"/>
                      </a:endParaRPr>
                    </a:p>
                  </a:txBody>
                  <a:tcPr marL="73025" marR="730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indent="-28575" algn="ctr" rtl="0" fontAlgn="t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charset="0"/>
                        </a:rPr>
                        <a:t>Tensilica 32-bit RISC CPU Xtensa LX106</a:t>
                      </a:r>
                      <a:endParaRPr lang="en-US" b="1">
                        <a:effectLst/>
                        <a:latin typeface="Montserrat" panose="00000500000000000000" charset="0"/>
                      </a:endParaRPr>
                    </a:p>
                  </a:txBody>
                  <a:tcPr marL="73025" marR="7302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513667"/>
                  </a:ext>
                </a:extLst>
              </a:tr>
              <a:tr h="438194">
                <a:tc>
                  <a:txBody>
                    <a:bodyPr/>
                    <a:lstStyle/>
                    <a:p>
                      <a:pPr indent="-28575" rtl="0" fontAlgn="t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kumimoji="0" lang="en-US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68728D"/>
                          </a:solidFill>
                          <a:effectLst/>
                          <a:uLnTx/>
                          <a:uFillTx/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Clock Speed</a:t>
                      </a:r>
                      <a:endParaRPr lang="en-US" dirty="0">
                        <a:effectLst/>
                        <a:latin typeface="Montserrat" panose="00000500000000000000" charset="0"/>
                      </a:endParaRPr>
                    </a:p>
                  </a:txBody>
                  <a:tcPr marL="73025" marR="730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indent="-28575" algn="ctr" rtl="0" fontAlgn="t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charset="0"/>
                        </a:rPr>
                        <a:t>80MHz</a:t>
                      </a:r>
                      <a:endParaRPr lang="en-US" b="1" dirty="0">
                        <a:effectLst/>
                        <a:latin typeface="Montserrat" panose="00000500000000000000" charset="0"/>
                      </a:endParaRPr>
                    </a:p>
                  </a:txBody>
                  <a:tcPr marL="73025" marR="7302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342023"/>
                  </a:ext>
                </a:extLst>
              </a:tr>
              <a:tr h="438194">
                <a:tc>
                  <a:txBody>
                    <a:bodyPr/>
                    <a:lstStyle/>
                    <a:p>
                      <a:pPr indent="-28575" rtl="0" fontAlgn="t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kumimoji="0" lang="en-US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68728D"/>
                          </a:solidFill>
                          <a:effectLst/>
                          <a:uLnTx/>
                          <a:uFillTx/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SRAM</a:t>
                      </a:r>
                    </a:p>
                  </a:txBody>
                  <a:tcPr marL="73025" marR="730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indent="-28575" algn="ctr" rtl="0" fontAlgn="t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charset="0"/>
                        </a:rPr>
                        <a:t>64 KB</a:t>
                      </a:r>
                      <a:endParaRPr lang="en-US" b="1" dirty="0">
                        <a:effectLst/>
                        <a:latin typeface="Montserrat" panose="00000500000000000000" charset="0"/>
                      </a:endParaRPr>
                    </a:p>
                  </a:txBody>
                  <a:tcPr marL="73025" marR="7302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2292887"/>
                  </a:ext>
                </a:extLst>
              </a:tr>
              <a:tr h="438194">
                <a:tc>
                  <a:txBody>
                    <a:bodyPr/>
                    <a:lstStyle/>
                    <a:p>
                      <a:pPr indent="-28575" rtl="0" fontAlgn="t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kumimoji="0" lang="en-US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68728D"/>
                          </a:solidFill>
                          <a:effectLst/>
                          <a:uLnTx/>
                          <a:uFillTx/>
                          <a:latin typeface="Montserrat" panose="00000500000000000000" charset="0"/>
                          <a:ea typeface="Montserrat"/>
                          <a:cs typeface="Montserrat"/>
                          <a:sym typeface="Montserrat"/>
                        </a:rPr>
                        <a:t>GPIOs</a:t>
                      </a:r>
                      <a:endParaRPr lang="en-US" dirty="0">
                        <a:effectLst/>
                        <a:latin typeface="Montserrat" panose="00000500000000000000" charset="0"/>
                      </a:endParaRPr>
                    </a:p>
                  </a:txBody>
                  <a:tcPr marL="73025" marR="730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indent="-28575" algn="ctr" rtl="0" fontAlgn="t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charset="0"/>
                        </a:rPr>
                        <a:t>17 (multiplexed with other functions)</a:t>
                      </a:r>
                      <a:endParaRPr lang="en-US" b="1">
                        <a:effectLst/>
                        <a:latin typeface="Montserrat" panose="00000500000000000000" charset="0"/>
                      </a:endParaRPr>
                    </a:p>
                  </a:txBody>
                  <a:tcPr marL="73025" marR="7302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4498218"/>
                  </a:ext>
                </a:extLst>
              </a:tr>
              <a:tr h="438194">
                <a:tc>
                  <a:txBody>
                    <a:bodyPr/>
                    <a:lstStyle/>
                    <a:p>
                      <a:pPr indent="-28575" rtl="0" fontAlgn="t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kumimoji="0" lang="en-US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68728D"/>
                          </a:solidFill>
                          <a:effectLst/>
                          <a:uLnTx/>
                          <a:uFillTx/>
                          <a:latin typeface="Montserrat" panose="00000500000000000000" charset="0"/>
                          <a:ea typeface="Montserrat"/>
                          <a:cs typeface="Montserrat"/>
                          <a:sym typeface="Montserrat"/>
                        </a:rPr>
                        <a:t>UART/I2C/SPI</a:t>
                      </a:r>
                      <a:endParaRPr lang="en-US" dirty="0">
                        <a:effectLst/>
                        <a:latin typeface="Montserrat" panose="00000500000000000000" charset="0"/>
                      </a:endParaRPr>
                    </a:p>
                  </a:txBody>
                  <a:tcPr marL="73025" marR="730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indent="-28575" algn="ctr" rtl="0" fontAlgn="t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charset="0"/>
                        </a:rPr>
                        <a:t>1 Each</a:t>
                      </a:r>
                      <a:endParaRPr lang="en-US" b="1" dirty="0">
                        <a:effectLst/>
                        <a:latin typeface="Montserrat" panose="00000500000000000000" charset="0"/>
                      </a:endParaRPr>
                    </a:p>
                  </a:txBody>
                  <a:tcPr marL="73025" marR="7302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6540086"/>
                  </a:ext>
                </a:extLst>
              </a:tr>
            </a:tbl>
          </a:graphicData>
        </a:graphic>
      </p:graphicFrame>
      <p:sp>
        <p:nvSpPr>
          <p:cNvPr id="429" name="Google Shape;429;p24"/>
          <p:cNvSpPr txBox="1">
            <a:spLocks noGrp="1"/>
          </p:cNvSpPr>
          <p:nvPr>
            <p:ph type="sldNum" idx="12"/>
          </p:nvPr>
        </p:nvSpPr>
        <p:spPr>
          <a:xfrm>
            <a:off x="11639200" y="6312100"/>
            <a:ext cx="552800" cy="546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>
                <a:solidFill>
                  <a:srgbClr val="68728D"/>
                </a:solidFill>
              </a:rPr>
              <a:pPr defTabSz="1219170">
                <a:buClr>
                  <a:srgbClr val="000000"/>
                </a:buClr>
              </a:pPr>
              <a:t>23</a:t>
            </a:fld>
            <a:endParaRPr kern="0">
              <a:solidFill>
                <a:srgbClr val="68728D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9"/>
          <p:cNvSpPr txBox="1">
            <a:spLocks noGrp="1"/>
          </p:cNvSpPr>
          <p:nvPr>
            <p:ph type="body" idx="1"/>
          </p:nvPr>
        </p:nvSpPr>
        <p:spPr>
          <a:xfrm>
            <a:off x="1035267" y="2032500"/>
            <a:ext cx="4783200" cy="410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buNone/>
            </a:pPr>
            <a:r>
              <a:rPr lang="en" b="1" dirty="0">
                <a:latin typeface="Montserrat"/>
                <a:ea typeface="Montserrat"/>
                <a:cs typeface="Montserrat"/>
                <a:sym typeface="Montserrat"/>
              </a:rPr>
              <a:t>Manual Control</a:t>
            </a:r>
            <a:endParaRPr b="1" dirty="0">
              <a:latin typeface="Montserrat"/>
              <a:ea typeface="Montserrat"/>
              <a:cs typeface="Montserrat"/>
              <a:sym typeface="Montserrat"/>
            </a:endParaRPr>
          </a:p>
          <a:p>
            <a:r>
              <a:rPr lang="en-US" dirty="0"/>
              <a:t>Uses esp8266 to connect to a web server</a:t>
            </a:r>
          </a:p>
          <a:p>
            <a:r>
              <a:rPr lang="en-US" dirty="0"/>
              <a:t>Create an online interface</a:t>
            </a:r>
          </a:p>
          <a:p>
            <a:r>
              <a:rPr lang="en-US" dirty="0"/>
              <a:t>Control using any web browser</a:t>
            </a:r>
          </a:p>
        </p:txBody>
      </p:sp>
      <p:sp>
        <p:nvSpPr>
          <p:cNvPr id="373" name="Google Shape;373;p19"/>
          <p:cNvSpPr txBox="1">
            <a:spLocks noGrp="1"/>
          </p:cNvSpPr>
          <p:nvPr>
            <p:ph type="title"/>
          </p:nvPr>
        </p:nvSpPr>
        <p:spPr>
          <a:xfrm>
            <a:off x="1035267" y="536933"/>
            <a:ext cx="3584448" cy="859536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-US" sz="2800" dirty="0"/>
              <a:t>Type of Control</a:t>
            </a:r>
            <a:endParaRPr sz="2800" dirty="0"/>
          </a:p>
        </p:txBody>
      </p:sp>
      <p:sp>
        <p:nvSpPr>
          <p:cNvPr id="374" name="Google Shape;374;p19"/>
          <p:cNvSpPr txBox="1">
            <a:spLocks noGrp="1"/>
          </p:cNvSpPr>
          <p:nvPr>
            <p:ph type="body" idx="2"/>
          </p:nvPr>
        </p:nvSpPr>
        <p:spPr>
          <a:xfrm>
            <a:off x="6373533" y="2032500"/>
            <a:ext cx="4783200" cy="410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buNone/>
            </a:pPr>
            <a:r>
              <a:rPr lang="en" b="1" dirty="0">
                <a:latin typeface="Montserrat"/>
                <a:ea typeface="Montserrat"/>
                <a:cs typeface="Montserrat"/>
                <a:sym typeface="Montserrat"/>
              </a:rPr>
              <a:t>Motion P</a:t>
            </a:r>
            <a:r>
              <a:rPr lang="en-US" b="1" dirty="0"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lang="en" b="1" dirty="0">
                <a:latin typeface="Montserrat"/>
                <a:ea typeface="Montserrat"/>
                <a:cs typeface="Montserrat"/>
                <a:sym typeface="Montserrat"/>
              </a:rPr>
              <a:t>anning</a:t>
            </a:r>
            <a:endParaRPr b="1" dirty="0">
              <a:latin typeface="Montserrat"/>
              <a:ea typeface="Montserrat"/>
              <a:cs typeface="Montserrat"/>
              <a:sym typeface="Montserrat"/>
            </a:endParaRPr>
          </a:p>
          <a:p>
            <a:r>
              <a:rPr lang="en-US" dirty="0"/>
              <a:t>Uses processing ide</a:t>
            </a:r>
          </a:p>
          <a:p>
            <a:r>
              <a:rPr lang="en-US" dirty="0"/>
              <a:t>Create an interface</a:t>
            </a:r>
          </a:p>
          <a:p>
            <a:r>
              <a:rPr lang="en-US" dirty="0"/>
              <a:t>User friendly</a:t>
            </a:r>
          </a:p>
        </p:txBody>
      </p:sp>
      <p:sp>
        <p:nvSpPr>
          <p:cNvPr id="375" name="Google Shape;375;p19"/>
          <p:cNvSpPr txBox="1">
            <a:spLocks noGrp="1"/>
          </p:cNvSpPr>
          <p:nvPr>
            <p:ph type="sldNum" idx="12"/>
          </p:nvPr>
        </p:nvSpPr>
        <p:spPr>
          <a:xfrm>
            <a:off x="11639200" y="6312100"/>
            <a:ext cx="552800" cy="546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>
                <a:solidFill>
                  <a:srgbClr val="68728D"/>
                </a:solidFill>
              </a:rPr>
              <a:pPr defTabSz="1219170">
                <a:buClr>
                  <a:srgbClr val="000000"/>
                </a:buClr>
              </a:pPr>
              <a:t>24</a:t>
            </a:fld>
            <a:endParaRPr kern="0">
              <a:solidFill>
                <a:srgbClr val="68728D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5"/>
          <p:cNvSpPr txBox="1">
            <a:spLocks noGrp="1"/>
          </p:cNvSpPr>
          <p:nvPr>
            <p:ph type="ctrTitle"/>
          </p:nvPr>
        </p:nvSpPr>
        <p:spPr>
          <a:xfrm>
            <a:off x="2703600" y="2655800"/>
            <a:ext cx="6784800" cy="154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" dirty="0">
                <a:solidFill>
                  <a:schemeClr val="accent2"/>
                </a:solidFill>
              </a:rPr>
              <a:t>3.</a:t>
            </a:r>
            <a:endParaRPr dirty="0">
              <a:solidFill>
                <a:schemeClr val="accent2"/>
              </a:solidFill>
            </a:endParaRPr>
          </a:p>
          <a:p>
            <a:r>
              <a:rPr lang="en-US" dirty="0"/>
              <a:t>MECHANICAL DESIGN</a:t>
            </a: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7FF"/>
            </a:gs>
            <a:gs pos="62000">
              <a:srgbClr val="CCD4EB"/>
            </a:gs>
            <a:gs pos="100000">
              <a:schemeClr val="accent2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6"/>
          <p:cNvSpPr txBox="1">
            <a:spLocks noGrp="1"/>
          </p:cNvSpPr>
          <p:nvPr>
            <p:ph type="sldNum" idx="12"/>
          </p:nvPr>
        </p:nvSpPr>
        <p:spPr>
          <a:xfrm>
            <a:off x="11639200" y="6312100"/>
            <a:ext cx="552800" cy="546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>
                <a:solidFill>
                  <a:srgbClr val="FFFFFF"/>
                </a:solidFill>
              </a:rPr>
              <a:pPr defTabSz="1219170">
                <a:buClr>
                  <a:srgbClr val="000000"/>
                </a:buClr>
              </a:pPr>
              <a:t>26</a:t>
            </a:fld>
            <a:endParaRPr kern="0">
              <a:solidFill>
                <a:srgbClr val="FFFFFF"/>
              </a:solidFill>
            </a:endParaRPr>
          </a:p>
        </p:txBody>
      </p:sp>
      <p:pic>
        <p:nvPicPr>
          <p:cNvPr id="6" name="Picture 2" descr="A close up of a toy&#10;&#10;Description automatically generated">
            <a:extLst>
              <a:ext uri="{FF2B5EF4-FFF2-40B4-BE49-F238E27FC236}">
                <a16:creationId xmlns:a16="http://schemas.microsoft.com/office/drawing/2014/main" id="{B9967D87-F7BF-4421-AB2E-1CACA973CA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1"/>
          <p:cNvSpPr txBox="1">
            <a:spLocks noGrp="1"/>
          </p:cNvSpPr>
          <p:nvPr>
            <p:ph type="title"/>
          </p:nvPr>
        </p:nvSpPr>
        <p:spPr>
          <a:xfrm>
            <a:off x="1035267" y="536933"/>
            <a:ext cx="4783200" cy="114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-US" sz="2800" dirty="0"/>
              <a:t>Mechanical Design</a:t>
            </a:r>
          </a:p>
        </p:txBody>
      </p:sp>
      <p:sp>
        <p:nvSpPr>
          <p:cNvPr id="390" name="Google Shape;390;p21"/>
          <p:cNvSpPr txBox="1">
            <a:spLocks noGrp="1"/>
          </p:cNvSpPr>
          <p:nvPr>
            <p:ph type="body" idx="1"/>
          </p:nvPr>
        </p:nvSpPr>
        <p:spPr>
          <a:xfrm>
            <a:off x="1035267" y="2270933"/>
            <a:ext cx="4783200" cy="274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fontAlgn="base"/>
            <a:r>
              <a:rPr lang="en-US" dirty="0"/>
              <a:t>Modular Design</a:t>
            </a:r>
          </a:p>
          <a:p>
            <a:pPr fontAlgn="base"/>
            <a:r>
              <a:rPr lang="en-US" dirty="0"/>
              <a:t>CG Balanced</a:t>
            </a:r>
          </a:p>
          <a:p>
            <a:pPr fontAlgn="base"/>
            <a:r>
              <a:rPr lang="en-US" dirty="0"/>
              <a:t>Compact and Durable Structure</a:t>
            </a:r>
          </a:p>
          <a:p>
            <a:pPr fontAlgn="base"/>
            <a:r>
              <a:rPr lang="en-US" dirty="0"/>
              <a:t>Nylon Nuts for Damping</a:t>
            </a:r>
          </a:p>
          <a:p>
            <a:pPr fontAlgn="base"/>
            <a:r>
              <a:rPr lang="en-US" dirty="0"/>
              <a:t>Aerodynamic Symmetric Structure </a:t>
            </a:r>
            <a:br>
              <a:rPr lang="en-US" dirty="0"/>
            </a:br>
            <a:br>
              <a:rPr lang="en-US" dirty="0"/>
            </a:br>
            <a:endParaRPr dirty="0"/>
          </a:p>
        </p:txBody>
      </p:sp>
      <p:sp>
        <p:nvSpPr>
          <p:cNvPr id="391" name="Google Shape;391;p21"/>
          <p:cNvSpPr txBox="1">
            <a:spLocks noGrp="1"/>
          </p:cNvSpPr>
          <p:nvPr>
            <p:ph type="sldNum" idx="12"/>
          </p:nvPr>
        </p:nvSpPr>
        <p:spPr>
          <a:xfrm>
            <a:off x="11639200" y="6312100"/>
            <a:ext cx="552800" cy="546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>
                <a:solidFill>
                  <a:srgbClr val="68728D"/>
                </a:solidFill>
              </a:rPr>
              <a:pPr defTabSz="1219170">
                <a:buClr>
                  <a:srgbClr val="000000"/>
                </a:buClr>
              </a:pPr>
              <a:t>27</a:t>
            </a:fld>
            <a:endParaRPr kern="0">
              <a:solidFill>
                <a:srgbClr val="68728D"/>
              </a:solidFill>
            </a:endParaRPr>
          </a:p>
        </p:txBody>
      </p:sp>
      <p:pic>
        <p:nvPicPr>
          <p:cNvPr id="1026" name="Picture 2" descr="A close up of a white wall&#10;&#10;Description automatically generated">
            <a:extLst>
              <a:ext uri="{FF2B5EF4-FFF2-40B4-BE49-F238E27FC236}">
                <a16:creationId xmlns:a16="http://schemas.microsoft.com/office/drawing/2014/main" id="{798000B2-6AC8-4F70-A804-3C87F15F22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6210" y="1066632"/>
            <a:ext cx="4248150" cy="424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9"/>
          <p:cNvSpPr txBox="1">
            <a:spLocks noGrp="1"/>
          </p:cNvSpPr>
          <p:nvPr>
            <p:ph type="title"/>
          </p:nvPr>
        </p:nvSpPr>
        <p:spPr>
          <a:xfrm>
            <a:off x="1035267" y="536933"/>
            <a:ext cx="4783200" cy="1142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-US" sz="2400" dirty="0"/>
              <a:t>Applications</a:t>
            </a:r>
            <a:endParaRPr sz="2400" dirty="0"/>
          </a:p>
        </p:txBody>
      </p:sp>
      <p:sp>
        <p:nvSpPr>
          <p:cNvPr id="505" name="Google Shape;505;p29"/>
          <p:cNvSpPr txBox="1">
            <a:spLocks noGrp="1"/>
          </p:cNvSpPr>
          <p:nvPr>
            <p:ph type="body" idx="1"/>
          </p:nvPr>
        </p:nvSpPr>
        <p:spPr>
          <a:xfrm>
            <a:off x="1035267" y="2032500"/>
            <a:ext cx="3103600" cy="206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buNone/>
            </a:pPr>
            <a:r>
              <a:rPr lang="en-US" sz="1600" b="1" dirty="0">
                <a:latin typeface="Montserrat"/>
                <a:ea typeface="Montserrat"/>
                <a:cs typeface="Montserrat"/>
                <a:sym typeface="Montserrat"/>
              </a:rPr>
              <a:t>Surveillance</a:t>
            </a:r>
            <a:endParaRPr sz="1600" b="1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indent="0">
              <a:buNone/>
            </a:pPr>
            <a:r>
              <a:rPr lang="en-US" sz="1600" dirty="0"/>
              <a:t>Inspection on elevated surfaces, nuclear sites, etc.</a:t>
            </a:r>
            <a:endParaRPr sz="1600" dirty="0"/>
          </a:p>
        </p:txBody>
      </p:sp>
      <p:sp>
        <p:nvSpPr>
          <p:cNvPr id="506" name="Google Shape;506;p29"/>
          <p:cNvSpPr txBox="1">
            <a:spLocks noGrp="1"/>
          </p:cNvSpPr>
          <p:nvPr>
            <p:ph type="body" idx="2"/>
          </p:nvPr>
        </p:nvSpPr>
        <p:spPr>
          <a:xfrm>
            <a:off x="4501416" y="2032500"/>
            <a:ext cx="3103600" cy="206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buNone/>
            </a:pPr>
            <a:r>
              <a:rPr lang="en-US" sz="1600" b="1" dirty="0">
                <a:latin typeface="Montserrat"/>
                <a:ea typeface="Montserrat"/>
                <a:cs typeface="Montserrat"/>
                <a:sym typeface="Montserrat"/>
              </a:rPr>
              <a:t>Pattern Drawing</a:t>
            </a:r>
            <a:endParaRPr sz="1600" b="1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indent="0">
              <a:buNone/>
            </a:pPr>
            <a:r>
              <a:rPr lang="en-US" sz="1600" dirty="0"/>
              <a:t>Painting and sketching on walls, ships, etc.</a:t>
            </a:r>
            <a:endParaRPr sz="1600" dirty="0"/>
          </a:p>
        </p:txBody>
      </p:sp>
      <p:sp>
        <p:nvSpPr>
          <p:cNvPr id="507" name="Google Shape;507;p29"/>
          <p:cNvSpPr txBox="1">
            <a:spLocks noGrp="1"/>
          </p:cNvSpPr>
          <p:nvPr>
            <p:ph type="body" idx="3"/>
          </p:nvPr>
        </p:nvSpPr>
        <p:spPr>
          <a:xfrm>
            <a:off x="7967567" y="2032500"/>
            <a:ext cx="3103600" cy="206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buNone/>
            </a:pPr>
            <a:r>
              <a:rPr lang="en-US" sz="1600" b="1" dirty="0">
                <a:latin typeface="Montserrat"/>
                <a:ea typeface="Montserrat"/>
                <a:cs typeface="Montserrat"/>
                <a:sym typeface="Montserrat"/>
              </a:rPr>
              <a:t>Fire Rescue</a:t>
            </a:r>
            <a:endParaRPr sz="1600" b="1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indent="0">
              <a:buNone/>
            </a:pPr>
            <a:r>
              <a:rPr lang="en-US" sz="1600" dirty="0"/>
              <a:t>Ability to traverse in locations where human activity is dangerous</a:t>
            </a:r>
            <a:endParaRPr sz="1600" dirty="0"/>
          </a:p>
          <a:p>
            <a:pPr marL="0" indent="0">
              <a:buNone/>
            </a:pPr>
            <a:endParaRPr sz="1600" dirty="0"/>
          </a:p>
        </p:txBody>
      </p:sp>
      <p:sp>
        <p:nvSpPr>
          <p:cNvPr id="508" name="Google Shape;508;p29"/>
          <p:cNvSpPr txBox="1">
            <a:spLocks noGrp="1"/>
          </p:cNvSpPr>
          <p:nvPr>
            <p:ph type="sldNum" idx="12"/>
          </p:nvPr>
        </p:nvSpPr>
        <p:spPr>
          <a:xfrm>
            <a:off x="11639200" y="6312100"/>
            <a:ext cx="552800" cy="546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>
                <a:solidFill>
                  <a:srgbClr val="68728D"/>
                </a:solidFill>
              </a:rPr>
              <a:pPr defTabSz="1219170">
                <a:buClr>
                  <a:srgbClr val="000000"/>
                </a:buClr>
              </a:pPr>
              <a:t>28</a:t>
            </a:fld>
            <a:endParaRPr kern="0">
              <a:solidFill>
                <a:srgbClr val="68728D"/>
              </a:solidFill>
            </a:endParaRPr>
          </a:p>
        </p:txBody>
      </p:sp>
      <p:sp>
        <p:nvSpPr>
          <p:cNvPr id="509" name="Google Shape;509;p29"/>
          <p:cNvSpPr txBox="1">
            <a:spLocks noGrp="1"/>
          </p:cNvSpPr>
          <p:nvPr>
            <p:ph type="body" idx="1"/>
          </p:nvPr>
        </p:nvSpPr>
        <p:spPr>
          <a:xfrm>
            <a:off x="2672633" y="4135147"/>
            <a:ext cx="3103600" cy="206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buNone/>
            </a:pPr>
            <a:r>
              <a:rPr lang="en-US" sz="1600" b="1" dirty="0">
                <a:latin typeface="Montserrat"/>
                <a:ea typeface="Montserrat"/>
                <a:cs typeface="Montserrat"/>
                <a:sym typeface="Montserrat"/>
              </a:rPr>
              <a:t>Cleaning</a:t>
            </a:r>
            <a:endParaRPr sz="1600" b="1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indent="0">
              <a:buNone/>
            </a:pPr>
            <a:r>
              <a:rPr lang="en-US" sz="1600" dirty="0"/>
              <a:t>Cleaning of high rise buildings</a:t>
            </a:r>
            <a:endParaRPr sz="1600" dirty="0"/>
          </a:p>
        </p:txBody>
      </p:sp>
      <p:sp>
        <p:nvSpPr>
          <p:cNvPr id="511" name="Google Shape;511;p29"/>
          <p:cNvSpPr txBox="1">
            <a:spLocks noGrp="1"/>
          </p:cNvSpPr>
          <p:nvPr>
            <p:ph type="body" idx="3"/>
          </p:nvPr>
        </p:nvSpPr>
        <p:spPr>
          <a:xfrm>
            <a:off x="6415767" y="4135147"/>
            <a:ext cx="3103600" cy="206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buNone/>
            </a:pPr>
            <a:r>
              <a:rPr lang="en-US" sz="1600" b="1" dirty="0">
                <a:latin typeface="Montserrat"/>
                <a:ea typeface="Montserrat"/>
                <a:cs typeface="Montserrat"/>
                <a:sym typeface="Montserrat"/>
              </a:rPr>
              <a:t>Videography</a:t>
            </a:r>
            <a:endParaRPr sz="1600" b="1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indent="0">
              <a:buNone/>
            </a:pPr>
            <a:r>
              <a:rPr lang="en-US" sz="1600" dirty="0"/>
              <a:t>Capturing photos and videos from complicated and wide angles</a:t>
            </a:r>
            <a:endParaRPr sz="1600" dirty="0"/>
          </a:p>
          <a:p>
            <a:pPr marL="0" indent="0">
              <a:buNone/>
            </a:pPr>
            <a:endParaRPr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Volsce template">
  <a:themeElements>
    <a:clrScheme name="Custom 347">
      <a:dk1>
        <a:srgbClr val="252831"/>
      </a:dk1>
      <a:lt1>
        <a:srgbClr val="FFFFFF"/>
      </a:lt1>
      <a:dk2>
        <a:srgbClr val="68728D"/>
      </a:dk2>
      <a:lt2>
        <a:srgbClr val="E9EDF3"/>
      </a:lt2>
      <a:accent1>
        <a:srgbClr val="7D89AC"/>
      </a:accent1>
      <a:accent2>
        <a:srgbClr val="728CD8"/>
      </a:accent2>
      <a:accent3>
        <a:srgbClr val="72D8D8"/>
      </a:accent3>
      <a:accent4>
        <a:srgbClr val="B1D872"/>
      </a:accent4>
      <a:accent5>
        <a:srgbClr val="F8D067"/>
      </a:accent5>
      <a:accent6>
        <a:srgbClr val="BDC3D3"/>
      </a:accent6>
      <a:hlink>
        <a:srgbClr val="7D89A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Volsce template">
  <a:themeElements>
    <a:clrScheme name="Custom 347">
      <a:dk1>
        <a:srgbClr val="252831"/>
      </a:dk1>
      <a:lt1>
        <a:srgbClr val="FFFFFF"/>
      </a:lt1>
      <a:dk2>
        <a:srgbClr val="68728D"/>
      </a:dk2>
      <a:lt2>
        <a:srgbClr val="E9EDF3"/>
      </a:lt2>
      <a:accent1>
        <a:srgbClr val="7D89AC"/>
      </a:accent1>
      <a:accent2>
        <a:srgbClr val="728CD8"/>
      </a:accent2>
      <a:accent3>
        <a:srgbClr val="72D8D8"/>
      </a:accent3>
      <a:accent4>
        <a:srgbClr val="B1D872"/>
      </a:accent4>
      <a:accent5>
        <a:srgbClr val="F8D067"/>
      </a:accent5>
      <a:accent6>
        <a:srgbClr val="BDC3D3"/>
      </a:accent6>
      <a:hlink>
        <a:srgbClr val="7D89A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</TotalTime>
  <Words>686</Words>
  <Application>Microsoft Office PowerPoint</Application>
  <PresentationFormat>Widescreen</PresentationFormat>
  <Paragraphs>163</Paragraphs>
  <Slides>28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Arial</vt:lpstr>
      <vt:lpstr>Calibri</vt:lpstr>
      <vt:lpstr>Calibri Light</vt:lpstr>
      <vt:lpstr>Montserrat</vt:lpstr>
      <vt:lpstr>Montserrat Light</vt:lpstr>
      <vt:lpstr>Poppins</vt:lpstr>
      <vt:lpstr>Office Theme</vt:lpstr>
      <vt:lpstr>Volsce template</vt:lpstr>
      <vt:lpstr>1_Volsce template</vt:lpstr>
      <vt:lpstr>Design and Development of a Wall Traversing Robot for Inspection Purposes</vt:lpstr>
      <vt:lpstr>PowerPoint Presentation</vt:lpstr>
      <vt:lpstr>1. OVERVIEW</vt:lpstr>
      <vt:lpstr>OVERVIEW</vt:lpstr>
      <vt:lpstr>What is a wall traversing robot? </vt:lpstr>
      <vt:lpstr>Why do we need it? </vt:lpstr>
      <vt:lpstr>Why are we working on it? </vt:lpstr>
      <vt:lpstr>PowerPoint Presentation</vt:lpstr>
      <vt:lpstr>PowerPoint Presentation</vt:lpstr>
      <vt:lpstr>2. ELECTRICAL DESIGN</vt:lpstr>
      <vt:lpstr>Electrical</vt:lpstr>
      <vt:lpstr>Control Diagram</vt:lpstr>
      <vt:lpstr>Negative Thrust</vt:lpstr>
      <vt:lpstr>PowerPoint Presentation</vt:lpstr>
      <vt:lpstr>1226</vt:lpstr>
      <vt:lpstr>1226</vt:lpstr>
      <vt:lpstr>Kinematic Motion</vt:lpstr>
      <vt:lpstr>PowerPoint Presentation</vt:lpstr>
      <vt:lpstr>Positioning</vt:lpstr>
      <vt:lpstr>Battery</vt:lpstr>
      <vt:lpstr>Controller</vt:lpstr>
      <vt:lpstr>NodeMCU</vt:lpstr>
      <vt:lpstr>NodeMCU Specifications</vt:lpstr>
      <vt:lpstr>Type of Control</vt:lpstr>
      <vt:lpstr>3. MECHANICAL DESIGN</vt:lpstr>
      <vt:lpstr>PowerPoint Presentation</vt:lpstr>
      <vt:lpstr>Mechanical Design</vt:lpstr>
      <vt:lpstr>Applications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development of a wall traversing robot for inspection purposes</dc:title>
  <dc:creator>Hamis Yawar</dc:creator>
  <cp:lastModifiedBy>Hamis Yawar</cp:lastModifiedBy>
  <cp:revision>34</cp:revision>
  <dcterms:created xsi:type="dcterms:W3CDTF">2019-11-12T11:06:40Z</dcterms:created>
  <dcterms:modified xsi:type="dcterms:W3CDTF">2019-11-13T03:02:36Z</dcterms:modified>
</cp:coreProperties>
</file>