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DBA2-F56F-4137-9611-460585B35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ACA52-1C4F-438B-83C7-01F6B90DE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A422A-E731-4545-9639-E0A8BF32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494F-DCFF-4628-A31C-8C509243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57339-9FC2-48F8-95B5-70959940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6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0407-B0A5-457C-8A72-666EA1CA9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9AD7-93C7-44F4-85B8-CF14B8EDA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C49B5-0825-41DE-BE32-F0E9125F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0B410-7A75-4235-9CE7-B0524DBD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353E4-9F19-4DFF-B028-F2FC8FC35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51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B5E4-078F-421A-9EE8-3F1C25F5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15D06-0008-4088-B995-0F4F00FCE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1673D-D48E-4035-8E79-1AF434048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5DAE6-64DB-4697-AB12-BB9A595BE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67F94-857B-441B-929F-CE3F5DD6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3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A7B0-3322-4279-B886-BF3A5D25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60479-2676-4759-9A09-B54F75AAC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E3280-A388-409B-840B-D76E83E61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623A5-5977-4560-9494-6C6D32D5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28927-4AAD-4E8C-8638-52C3FACCA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DB446-DB0D-408D-AC9C-DE4EDEC3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721FC-CEBE-4D9F-93D8-B47922E4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672AD-6642-45F2-9247-3C0E4663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5FEB6-047A-474C-9CC1-6EEBEB670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4D855B-6FF9-4DB6-AE51-D04EA2A12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0C8F5-1240-4624-B3F8-8BE9C13FBD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7CABF-85B1-4A8F-AA41-BA1B56A9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468D82-9CBD-40A9-A48A-2313BEAF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4349A-0136-4A81-B94A-D135F82E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8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1FD0-35D1-4D86-ABE7-A92BBA8F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6566D-A41F-443E-B0BC-963A96B20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5515-E668-4972-9C16-0E841DD6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B01ABB-A179-4E89-AC61-E12AB3CB8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54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3CE2E9-1A54-421B-95C2-8EFB9BD2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4FE5A1-9BA1-4CCD-9D4D-B4903C0A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93756-83D1-40DC-9FA2-FB6EF8894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1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6ED3-9ABC-49E3-84DC-1C9044FA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7E8D0-B94C-4EB9-A138-394F108B6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2BEA0-46A0-441E-8013-A3F54EB6E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8DF85-C73D-4577-9B2D-49E6CE8B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D010B-5DCD-44D7-A908-F23F0558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9623D-B8CA-41EC-9260-AFB5E384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9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3437-0EAF-44B8-AFD1-2EA9D55A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06860-7112-4CD8-AA59-3D9340D2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62908-2226-4C85-994A-223A9704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8CE5B-4901-48CA-952F-53DAE40E4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A1124-913E-4AE5-A6A3-2210219D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F4C8E-C830-4E88-9904-33203771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65F6-E60F-47C1-8EFA-F50C1F3F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08D183-D571-42EF-BF53-CA1CB62CF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8B5AD-BB3E-4B69-98F2-C010A6484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A768-D8F6-4BB5-B835-F530082C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73C74-63E8-4961-A62D-D6AE0DA7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2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7C405C-C05F-4622-A7A7-50EE4D948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29BA5-3E11-4CB8-89A7-1C1DEB0F2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17DFC-47FE-48B6-BDA0-921AA7FD2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CAF08-9F91-4C6C-ABF0-9BB715586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1EBA3-A1EC-4712-B3E0-D10078AE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97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8EEC6-348C-4D06-B856-04DAE6FAD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43722-E905-49FB-8762-279087186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9D1DC-77A2-4B5B-BE1B-062641AA8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36196-ED89-4DC0-B2D2-BF56D2B97112}" type="datetimeFigureOut">
              <a:rPr lang="en-US" smtClean="0"/>
              <a:t>11/4/2019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B65DF-FDC3-41A1-B4F2-C46D304F4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A4C2-8AA8-4669-A455-2E97DF18C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EC95-C279-4B66-80AB-15A70C591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3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E925-22C4-4ABB-825F-C295DEFAD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 and development of a wall traversing robot for inspection purposes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CE5CB-0515-449C-9B54-E2E2089E34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(DRAFT)</a:t>
            </a:r>
          </a:p>
        </p:txBody>
      </p:sp>
    </p:spTree>
    <p:extLst>
      <p:ext uri="{BB962C8B-B14F-4D97-AF65-F5344CB8AC3E}">
        <p14:creationId xmlns:p14="http://schemas.microsoft.com/office/powerpoint/2010/main" val="177062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76CC-A539-4C38-BE29-C949661E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3804-E5F6-4785-9E3E-7E3C65DFA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33122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3AFC-F389-48B6-858A-FCEE2CC7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988EF-9233-43D0-86F4-2B87B05D3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STATS OF DEATHS  AT HEIGHTS AND OTHER DANGEROUS PLACES</a:t>
            </a:r>
          </a:p>
        </p:txBody>
      </p:sp>
    </p:spTree>
    <p:extLst>
      <p:ext uri="{BB962C8B-B14F-4D97-AF65-F5344CB8AC3E}">
        <p14:creationId xmlns:p14="http://schemas.microsoft.com/office/powerpoint/2010/main" val="1193623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D659-209B-4C7C-9055-5AF922B7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62A46-8FA4-4848-AF0A-6CD079A91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HOW THIS ROBOT IS GOING TO SOLVE THIS ISSUE</a:t>
            </a:r>
          </a:p>
        </p:txBody>
      </p:sp>
    </p:spTree>
    <p:extLst>
      <p:ext uri="{BB962C8B-B14F-4D97-AF65-F5344CB8AC3E}">
        <p14:creationId xmlns:p14="http://schemas.microsoft.com/office/powerpoint/2010/main" val="1422200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EB20-5A74-49C1-979F-2F1C4838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WALL CLIMBING ROBOTS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589CD-C9C5-4CED-9717-9E4930E4E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RECENT DEVELOPMENT</a:t>
            </a:r>
          </a:p>
          <a:p>
            <a:r>
              <a:rPr lang="en-US" dirty="0"/>
              <a:t>MECHANISMS</a:t>
            </a:r>
          </a:p>
          <a:p>
            <a:r>
              <a:rPr lang="en-US" dirty="0"/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8746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A537-26A8-4D83-8C59-0ADB0B825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88BAB-B14B-4D9D-9453-06A83F2FD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HIGHLIGHT THE APPLICATIONS AND DEMAND FOR OUR PROJECT</a:t>
            </a:r>
          </a:p>
        </p:txBody>
      </p:sp>
    </p:spTree>
    <p:extLst>
      <p:ext uri="{BB962C8B-B14F-4D97-AF65-F5344CB8AC3E}">
        <p14:creationId xmlns:p14="http://schemas.microsoft.com/office/powerpoint/2010/main" val="1961570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15C4-B4A3-4001-9362-A205B17F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WORKING ON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CCCE-F898-44F6-AC9D-A2221888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IS THIS FIELD OF ROBOTICS IMPORTANT</a:t>
            </a:r>
          </a:p>
        </p:txBody>
      </p:sp>
    </p:spTree>
    <p:extLst>
      <p:ext uri="{BB962C8B-B14F-4D97-AF65-F5344CB8AC3E}">
        <p14:creationId xmlns:p14="http://schemas.microsoft.com/office/powerpoint/2010/main" val="304663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736C-46D0-431B-B0F3-686324947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9D126-76A6-436A-A4A2-A9FA0D28D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SURVEILLANCE</a:t>
            </a:r>
          </a:p>
          <a:p>
            <a:r>
              <a:rPr lang="en-US" dirty="0"/>
              <a:t>FIRE RESCUE</a:t>
            </a:r>
          </a:p>
          <a:p>
            <a:r>
              <a:rPr lang="en-US" dirty="0"/>
              <a:t>CLEANING</a:t>
            </a:r>
          </a:p>
          <a:p>
            <a:r>
              <a:rPr lang="en-US" dirty="0"/>
              <a:t>DRAWING</a:t>
            </a:r>
          </a:p>
        </p:txBody>
      </p:sp>
    </p:spTree>
    <p:extLst>
      <p:ext uri="{BB962C8B-B14F-4D97-AF65-F5344CB8AC3E}">
        <p14:creationId xmlns:p14="http://schemas.microsoft.com/office/powerpoint/2010/main" val="315268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43C0-D9CE-49AE-9284-44ACE925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CC849-8F98-423C-BBBF-9259939A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DEATHS FROM WORK AT HEIGHTS</a:t>
            </a:r>
          </a:p>
          <a:p>
            <a:r>
              <a:rPr lang="en-US" dirty="0"/>
              <a:t>WORK PLACES EXPOSED TO RADIATIONS </a:t>
            </a:r>
          </a:p>
          <a:p>
            <a:r>
              <a:rPr lang="en-US" dirty="0"/>
              <a:t>PLACES WHERE HUMAN ACCESS IS DIFFICULT</a:t>
            </a:r>
          </a:p>
        </p:txBody>
      </p:sp>
    </p:spTree>
    <p:extLst>
      <p:ext uri="{BB962C8B-B14F-4D97-AF65-F5344CB8AC3E}">
        <p14:creationId xmlns:p14="http://schemas.microsoft.com/office/powerpoint/2010/main" val="80915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3B7C-8F95-450F-8926-C5E70F65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4D520-C9AB-447D-A142-41A96C5F6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SUMMARIZE WHATS WRITTEN IN THE REPORT GRAPHICALLY</a:t>
            </a:r>
          </a:p>
        </p:txBody>
      </p:sp>
    </p:spTree>
    <p:extLst>
      <p:ext uri="{BB962C8B-B14F-4D97-AF65-F5344CB8AC3E}">
        <p14:creationId xmlns:p14="http://schemas.microsoft.com/office/powerpoint/2010/main" val="36108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2A712-62D2-43A3-9F3F-DD7CDE471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A0C0-96CC-4F2C-8629-6482478D6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MECHANICAL</a:t>
            </a:r>
          </a:p>
          <a:p>
            <a:r>
              <a:rPr lang="en-US" dirty="0"/>
              <a:t>ELECTRICAL</a:t>
            </a:r>
          </a:p>
        </p:txBody>
      </p:sp>
    </p:spTree>
    <p:extLst>
      <p:ext uri="{BB962C8B-B14F-4D97-AF65-F5344CB8AC3E}">
        <p14:creationId xmlns:p14="http://schemas.microsoft.com/office/powerpoint/2010/main" val="1249275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C095-45EC-453C-B5DB-66ABD41B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MECHANICAL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A11F5-4F56-4A1A-AEF6-1277ADC19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</a:t>
            </a:r>
          </a:p>
          <a:p>
            <a:r>
              <a:rPr lang="en-US" dirty="0"/>
              <a:t>EDF PLACEMENT</a:t>
            </a:r>
          </a:p>
          <a:p>
            <a:r>
              <a:rPr lang="en-US" dirty="0"/>
              <a:t>GEAR MOTOR MOUNTS</a:t>
            </a:r>
          </a:p>
          <a:p>
            <a:r>
              <a:rPr lang="en-US" dirty="0"/>
              <a:t>PAYLOAD SUPPORT</a:t>
            </a:r>
          </a:p>
        </p:txBody>
      </p:sp>
    </p:spTree>
    <p:extLst>
      <p:ext uri="{BB962C8B-B14F-4D97-AF65-F5344CB8AC3E}">
        <p14:creationId xmlns:p14="http://schemas.microsoft.com/office/powerpoint/2010/main" val="162229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8F73-585E-4B8C-981E-52C9761E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92189-179A-4C9C-A779-37F8E1DAF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BATTERY</a:t>
            </a:r>
          </a:p>
          <a:p>
            <a:r>
              <a:rPr lang="en-US" dirty="0"/>
              <a:t>MICROCONTROLLER WITH SPECIFICATIONS</a:t>
            </a:r>
          </a:p>
          <a:p>
            <a:r>
              <a:rPr lang="en-US" dirty="0"/>
              <a:t>CONTROL DIAGRAMA</a:t>
            </a:r>
          </a:p>
          <a:p>
            <a:r>
              <a:rPr lang="en-US" dirty="0"/>
              <a:t>PROCESSING</a:t>
            </a:r>
          </a:p>
          <a:p>
            <a:r>
              <a:rPr lang="en-US" dirty="0"/>
              <a:t>TELEMETRY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23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E197-A3EA-4FA7-A7E6-606C4BA6F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CENTRE OF GRAVITY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DFD6-999D-4056-B89F-F4462F780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CG</a:t>
            </a:r>
          </a:p>
          <a:p>
            <a:r>
              <a:rPr lang="en-US" dirty="0"/>
              <a:t>HOW WE BALANCE THE COMPONENTS OF THE ROBOT </a:t>
            </a:r>
          </a:p>
        </p:txBody>
      </p:sp>
    </p:spTree>
    <p:extLst>
      <p:ext uri="{BB962C8B-B14F-4D97-AF65-F5344CB8AC3E}">
        <p14:creationId xmlns:p14="http://schemas.microsoft.com/office/powerpoint/2010/main" val="3705017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1369-844D-490D-8D75-995C034DE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MOMENT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84A7C-8044-4C08-89FB-63972C484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ZERO MOMENT</a:t>
            </a:r>
          </a:p>
          <a:p>
            <a:r>
              <a:rPr lang="en-US" dirty="0"/>
              <a:t>EXPLAIN ACCELEROMETER AND HOW IT IS MEASURING DISPLACEMENTS </a:t>
            </a:r>
          </a:p>
        </p:txBody>
      </p:sp>
    </p:spTree>
    <p:extLst>
      <p:ext uri="{BB962C8B-B14F-4D97-AF65-F5344CB8AC3E}">
        <p14:creationId xmlns:p14="http://schemas.microsoft.com/office/powerpoint/2010/main" val="3642429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4C5B4-2DBE-4F54-8F79-AE95C52C1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NEGATIVE THRUST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80023-3038-4EE0-9D8C-910BAE7C3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  <a:p>
            <a:r>
              <a:rPr lang="en-US" dirty="0"/>
              <a:t>HOW WE IMPLEMENT IT</a:t>
            </a:r>
          </a:p>
          <a:p>
            <a:r>
              <a:rPr lang="en-US" dirty="0"/>
              <a:t>FORMULA</a:t>
            </a:r>
          </a:p>
          <a:p>
            <a:r>
              <a:rPr lang="en-US" dirty="0"/>
              <a:t>DIAGRAM</a:t>
            </a:r>
          </a:p>
        </p:txBody>
      </p:sp>
    </p:spTree>
    <p:extLst>
      <p:ext uri="{BB962C8B-B14F-4D97-AF65-F5344CB8AC3E}">
        <p14:creationId xmlns:p14="http://schemas.microsoft.com/office/powerpoint/2010/main" val="975147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7A9B-98EB-40C8-975A-02C29BA4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32917-5828-4586-BC4C-E1A87504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6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Design and development of a wall traversing robot for inspection purposes</vt:lpstr>
      <vt:lpstr>CONTENTS</vt:lpstr>
      <vt:lpstr>THE PROBLEM</vt:lpstr>
      <vt:lpstr>THE SOLUTION</vt:lpstr>
      <vt:lpstr>ABOUT WALL CLIMBING ROBOTS</vt:lpstr>
      <vt:lpstr>WHY DO WE NEED IT</vt:lpstr>
      <vt:lpstr>WHY ARE WE WORKING ON IT</vt:lpstr>
      <vt:lpstr>APPLICATIONS</vt:lpstr>
      <vt:lpstr>PROBLEM STATEMENT</vt:lpstr>
      <vt:lpstr>PROPOSED METHODOLOGY</vt:lpstr>
      <vt:lpstr>DESIGN APPROACH</vt:lpstr>
      <vt:lpstr>MECHANICAL </vt:lpstr>
      <vt:lpstr>ELECTRICAL</vt:lpstr>
      <vt:lpstr>CENTRE OF GRAVITY</vt:lpstr>
      <vt:lpstr>ZERO MOMENT POINT</vt:lpstr>
      <vt:lpstr>NEGATIVE THRUST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 wall traversing robot for inspection purposes</dc:title>
  <dc:creator> </dc:creator>
  <cp:lastModifiedBy> </cp:lastModifiedBy>
  <cp:revision>5</cp:revision>
  <dcterms:created xsi:type="dcterms:W3CDTF">2019-11-04T05:09:56Z</dcterms:created>
  <dcterms:modified xsi:type="dcterms:W3CDTF">2019-11-04T06:18:47Z</dcterms:modified>
</cp:coreProperties>
</file>