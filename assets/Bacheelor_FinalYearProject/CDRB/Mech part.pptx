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toy&#10;&#10;Description automatically generated" id="97" name="Google Shape;97;p15"/>
          <p:cNvPicPr preferRelativeResize="0"/>
          <p:nvPr/>
        </p:nvPicPr>
        <p:blipFill rotWithShape="1">
          <a:blip r:embed="rId3">
            <a:alphaModFix amt="50000"/>
          </a:blip>
          <a:srcRect b="0" l="0" r="0" t="3846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>
            <p:ph type="ctrTitle"/>
          </p:nvPr>
        </p:nvSpPr>
        <p:spPr>
          <a:xfrm>
            <a:off x="1428158" y="2919132"/>
            <a:ext cx="9144000" cy="10197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Mechanical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965430" y="629268"/>
            <a:ext cx="6586491" cy="128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Mechanical Design</a:t>
            </a:r>
            <a:endParaRPr/>
          </a:p>
        </p:txBody>
      </p:sp>
      <p:pic>
        <p:nvPicPr>
          <p:cNvPr descr="A close up of a white wall&#10;&#10;Description automatically generated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26127" t="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16"/>
          <p:cNvCxnSpPr/>
          <p:nvPr/>
        </p:nvCxnSpPr>
        <p:spPr>
          <a:xfrm>
            <a:off x="5080934" y="2115117"/>
            <a:ext cx="6309360" cy="0"/>
          </a:xfrm>
          <a:prstGeom prst="straightConnector1">
            <a:avLst/>
          </a:prstGeom>
          <a:noFill/>
          <a:ln cap="flat" cmpd="sng" w="19050">
            <a:solidFill>
              <a:srgbClr val="8E6F2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16"/>
          <p:cNvSpPr/>
          <p:nvPr/>
        </p:nvSpPr>
        <p:spPr>
          <a:xfrm>
            <a:off x="4965431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Design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CG Balanced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Compact and Durable Structure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Nylon Nuts for Damping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Aerodynamic Symmetric Structure </a:t>
            </a:r>
            <a:endParaRPr/>
          </a:p>
          <a:p>
            <a:pPr indent="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